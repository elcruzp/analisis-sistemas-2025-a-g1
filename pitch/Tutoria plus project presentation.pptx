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210 클레이토이" charset="1" panose="02020603020101020101"/>
      <p:regular r:id="rId16"/>
    </p:embeddedFont>
    <p:embeddedFont>
      <p:font typeface="Agrandir Medium" charset="1" panose="00000600000000000000"/>
      <p:regular r:id="rId17"/>
    </p:embeddedFont>
    <p:embeddedFont>
      <p:font typeface="Agrandir Bold" charset="1" panose="00000800000000000000"/>
      <p:regular r:id="rId18"/>
    </p:embeddedFont>
    <p:embeddedFont>
      <p:font typeface="Agrandir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8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7103" y="1252510"/>
            <a:ext cx="14993794" cy="7781979"/>
          </a:xfrm>
          <a:custGeom>
            <a:avLst/>
            <a:gdLst/>
            <a:ahLst/>
            <a:cxnLst/>
            <a:rect r="r" b="b" t="t" l="l"/>
            <a:pathLst>
              <a:path h="7781979" w="14993794">
                <a:moveTo>
                  <a:pt x="0" y="0"/>
                </a:moveTo>
                <a:lnTo>
                  <a:pt x="14993794" y="0"/>
                </a:lnTo>
                <a:lnTo>
                  <a:pt x="14993794" y="7781980"/>
                </a:lnTo>
                <a:lnTo>
                  <a:pt x="0" y="77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7026" y="3150006"/>
            <a:ext cx="4789070" cy="9719514"/>
          </a:xfrm>
          <a:custGeom>
            <a:avLst/>
            <a:gdLst/>
            <a:ahLst/>
            <a:cxnLst/>
            <a:rect r="r" b="b" t="t" l="l"/>
            <a:pathLst>
              <a:path h="9719514" w="4789070">
                <a:moveTo>
                  <a:pt x="0" y="0"/>
                </a:moveTo>
                <a:lnTo>
                  <a:pt x="4789070" y="0"/>
                </a:lnTo>
                <a:lnTo>
                  <a:pt x="4789070" y="9719514"/>
                </a:lnTo>
                <a:lnTo>
                  <a:pt x="0" y="9719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24261" y="2618034"/>
            <a:ext cx="7873842" cy="13924801"/>
          </a:xfrm>
          <a:custGeom>
            <a:avLst/>
            <a:gdLst/>
            <a:ahLst/>
            <a:cxnLst/>
            <a:rect r="r" b="b" t="t" l="l"/>
            <a:pathLst>
              <a:path h="13924801" w="7873842">
                <a:moveTo>
                  <a:pt x="0" y="0"/>
                </a:moveTo>
                <a:lnTo>
                  <a:pt x="7873842" y="0"/>
                </a:lnTo>
                <a:lnTo>
                  <a:pt x="7873842" y="13924801"/>
                </a:lnTo>
                <a:lnTo>
                  <a:pt x="0" y="139248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2001" y="-2075623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986986">
            <a:off x="15546054" y="-2381944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47775" y="2074187"/>
            <a:ext cx="10453263" cy="257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1"/>
              </a:lnSpc>
            </a:pPr>
            <a:r>
              <a:rPr lang="en-US" sz="9855">
                <a:solidFill>
                  <a:srgbClr val="000000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TUTORIA P</a:t>
            </a:r>
            <a:r>
              <a:rPr lang="en-US" sz="9855">
                <a:solidFill>
                  <a:srgbClr val="000000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LUS</a:t>
            </a:r>
          </a:p>
          <a:p>
            <a:pPr algn="ctr">
              <a:lnSpc>
                <a:spcPts val="5656"/>
              </a:lnSpc>
            </a:pPr>
            <a:r>
              <a:rPr lang="en-US" sz="6356">
                <a:solidFill>
                  <a:srgbClr val="000000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SISTEMA WEB DE GESTIÓN DE TUTORÍAS ACADÉMICAS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31548" y="5436987"/>
            <a:ext cx="7885718" cy="97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</a:pPr>
            <a:r>
              <a:rPr lang="en-US" sz="2809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Corporación universitaria del Huila - Corhuila</a:t>
            </a:r>
          </a:p>
          <a:p>
            <a:pPr algn="ctr">
              <a:lnSpc>
                <a:spcPts val="3652"/>
              </a:lnSpc>
            </a:pPr>
            <a:r>
              <a:rPr lang="en-US" b="true" sz="2809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Análisis de Sistemas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15284" y="7204753"/>
            <a:ext cx="7457432" cy="51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2"/>
              </a:lnSpc>
            </a:pPr>
            <a:r>
              <a:rPr lang="en-US" b="true" sz="2809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Juan Camilo Cruz &amp; Juan Sebastián Osorio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8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487" y="3978803"/>
            <a:ext cx="8615172" cy="260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0"/>
              </a:lnSpc>
            </a:pPr>
            <a:r>
              <a:rPr lang="en-US" sz="10978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PROBLEMA</a:t>
            </a:r>
          </a:p>
          <a:p>
            <a:pPr algn="l">
              <a:lnSpc>
                <a:spcPts val="9770"/>
              </a:lnSpc>
            </a:pPr>
            <a:r>
              <a:rPr lang="en-US" sz="10978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IDENTIFICADO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92659" y="885147"/>
            <a:ext cx="15335160" cy="7959153"/>
          </a:xfrm>
          <a:custGeom>
            <a:avLst/>
            <a:gdLst/>
            <a:ahLst/>
            <a:cxnLst/>
            <a:rect r="r" b="b" t="t" l="l"/>
            <a:pathLst>
              <a:path h="7959153" w="15335160">
                <a:moveTo>
                  <a:pt x="0" y="0"/>
                </a:moveTo>
                <a:lnTo>
                  <a:pt x="15335160" y="0"/>
                </a:lnTo>
                <a:lnTo>
                  <a:pt x="15335160" y="7959153"/>
                </a:lnTo>
                <a:lnTo>
                  <a:pt x="0" y="7959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80630" y="4523350"/>
            <a:ext cx="215998" cy="222679"/>
          </a:xfrm>
          <a:custGeom>
            <a:avLst/>
            <a:gdLst/>
            <a:ahLst/>
            <a:cxnLst/>
            <a:rect r="r" b="b" t="t" l="l"/>
            <a:pathLst>
              <a:path h="222679" w="215998">
                <a:moveTo>
                  <a:pt x="0" y="0"/>
                </a:moveTo>
                <a:lnTo>
                  <a:pt x="215998" y="0"/>
                </a:lnTo>
                <a:lnTo>
                  <a:pt x="215998" y="222679"/>
                </a:lnTo>
                <a:lnTo>
                  <a:pt x="0" y="222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79840">
            <a:off x="7741338" y="249005"/>
            <a:ext cx="3302641" cy="3974733"/>
          </a:xfrm>
          <a:custGeom>
            <a:avLst/>
            <a:gdLst/>
            <a:ahLst/>
            <a:cxnLst/>
            <a:rect r="r" b="b" t="t" l="l"/>
            <a:pathLst>
              <a:path h="3974733" w="3302641">
                <a:moveTo>
                  <a:pt x="0" y="0"/>
                </a:moveTo>
                <a:lnTo>
                  <a:pt x="3302641" y="0"/>
                </a:lnTo>
                <a:lnTo>
                  <a:pt x="3302641" y="3974733"/>
                </a:lnTo>
                <a:lnTo>
                  <a:pt x="0" y="3974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161" y="7068312"/>
            <a:ext cx="7315200" cy="3218688"/>
          </a:xfrm>
          <a:custGeom>
            <a:avLst/>
            <a:gdLst/>
            <a:ahLst/>
            <a:cxnLst/>
            <a:rect r="r" b="b" t="t" l="l"/>
            <a:pathLst>
              <a:path h="3218688" w="7315200">
                <a:moveTo>
                  <a:pt x="0" y="0"/>
                </a:moveTo>
                <a:lnTo>
                  <a:pt x="7315200" y="0"/>
                </a:lnTo>
                <a:lnTo>
                  <a:pt x="7315200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90768" y="6331057"/>
            <a:ext cx="5042404" cy="5395569"/>
          </a:xfrm>
          <a:custGeom>
            <a:avLst/>
            <a:gdLst/>
            <a:ahLst/>
            <a:cxnLst/>
            <a:rect r="r" b="b" t="t" l="l"/>
            <a:pathLst>
              <a:path h="5395569" w="5042404">
                <a:moveTo>
                  <a:pt x="0" y="0"/>
                </a:moveTo>
                <a:lnTo>
                  <a:pt x="5042404" y="0"/>
                </a:lnTo>
                <a:lnTo>
                  <a:pt x="5042404" y="5395569"/>
                </a:lnTo>
                <a:lnTo>
                  <a:pt x="0" y="5395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744881">
            <a:off x="-1167691" y="-2057400"/>
            <a:ext cx="3890356" cy="4114800"/>
          </a:xfrm>
          <a:custGeom>
            <a:avLst/>
            <a:gdLst/>
            <a:ahLst/>
            <a:cxnLst/>
            <a:rect r="r" b="b" t="t" l="l"/>
            <a:pathLst>
              <a:path h="4114800" w="3890356">
                <a:moveTo>
                  <a:pt x="0" y="0"/>
                </a:moveTo>
                <a:lnTo>
                  <a:pt x="3890356" y="0"/>
                </a:lnTo>
                <a:lnTo>
                  <a:pt x="3890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038331" y="1452883"/>
            <a:ext cx="6845412" cy="273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3"/>
              </a:lnSpc>
            </a:pPr>
            <a:r>
              <a:rPr lang="en-US" b="true" sz="2409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Muc</a:t>
            </a:r>
            <a:r>
              <a:rPr lang="en-US" b="true" sz="2409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hos estudiantes enfrent</a:t>
            </a:r>
            <a:r>
              <a:rPr lang="en-US" b="true" sz="2409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an dificultades para encontrar y agendar tutorías académicas de manera rápida y organizada, lo que afecta su rendimiento y continuidad académica.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947737" y="-2273552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731677" y="4272717"/>
            <a:ext cx="6845412" cy="56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3"/>
              </a:lnSpc>
            </a:pPr>
            <a:r>
              <a:rPr lang="en-US" b="true" sz="2409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Agendamiento manual o ineficiente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380630" y="5090900"/>
            <a:ext cx="215998" cy="222679"/>
          </a:xfrm>
          <a:custGeom>
            <a:avLst/>
            <a:gdLst/>
            <a:ahLst/>
            <a:cxnLst/>
            <a:rect r="r" b="b" t="t" l="l"/>
            <a:pathLst>
              <a:path h="222679" w="215998">
                <a:moveTo>
                  <a:pt x="0" y="0"/>
                </a:moveTo>
                <a:lnTo>
                  <a:pt x="215998" y="0"/>
                </a:lnTo>
                <a:lnTo>
                  <a:pt x="215998" y="222679"/>
                </a:lnTo>
                <a:lnTo>
                  <a:pt x="0" y="222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731677" y="4840267"/>
            <a:ext cx="6845412" cy="56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3"/>
              </a:lnSpc>
            </a:pPr>
            <a:r>
              <a:rPr lang="en-US" b="true" sz="2409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Falta de seguimiento a los encuentros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380630" y="5655309"/>
            <a:ext cx="215998" cy="222679"/>
          </a:xfrm>
          <a:custGeom>
            <a:avLst/>
            <a:gdLst/>
            <a:ahLst/>
            <a:cxnLst/>
            <a:rect r="r" b="b" t="t" l="l"/>
            <a:pathLst>
              <a:path h="222679" w="215998">
                <a:moveTo>
                  <a:pt x="0" y="0"/>
                </a:moveTo>
                <a:lnTo>
                  <a:pt x="215998" y="0"/>
                </a:lnTo>
                <a:lnTo>
                  <a:pt x="215998" y="222679"/>
                </a:lnTo>
                <a:lnTo>
                  <a:pt x="0" y="222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31677" y="5404676"/>
            <a:ext cx="6845412" cy="56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3"/>
              </a:lnSpc>
            </a:pPr>
            <a:r>
              <a:rPr lang="en-US" b="true" sz="2409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Información dispersa y poco accesible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380630" y="6219718"/>
            <a:ext cx="215998" cy="222679"/>
          </a:xfrm>
          <a:custGeom>
            <a:avLst/>
            <a:gdLst/>
            <a:ahLst/>
            <a:cxnLst/>
            <a:rect r="r" b="b" t="t" l="l"/>
            <a:pathLst>
              <a:path h="222679" w="215998">
                <a:moveTo>
                  <a:pt x="0" y="0"/>
                </a:moveTo>
                <a:lnTo>
                  <a:pt x="215998" y="0"/>
                </a:lnTo>
                <a:lnTo>
                  <a:pt x="215998" y="222678"/>
                </a:lnTo>
                <a:lnTo>
                  <a:pt x="0" y="222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31677" y="5969085"/>
            <a:ext cx="6328561" cy="110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2409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Baja retención de estudiantes por falta de apoyo académico oportuno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07289" y="4087050"/>
            <a:ext cx="5250328" cy="2962603"/>
            <a:chOff x="0" y="0"/>
            <a:chExt cx="1382802" cy="7802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802" cy="780274"/>
            </a:xfrm>
            <a:custGeom>
              <a:avLst/>
              <a:gdLst/>
              <a:ahLst/>
              <a:cxnLst/>
              <a:rect r="r" b="b" t="t" l="l"/>
              <a:pathLst>
                <a:path h="780274" w="1382802">
                  <a:moveTo>
                    <a:pt x="56033" y="0"/>
                  </a:moveTo>
                  <a:lnTo>
                    <a:pt x="1326769" y="0"/>
                  </a:lnTo>
                  <a:cubicBezTo>
                    <a:pt x="1341630" y="0"/>
                    <a:pt x="1355882" y="5903"/>
                    <a:pt x="1366391" y="16412"/>
                  </a:cubicBezTo>
                  <a:cubicBezTo>
                    <a:pt x="1376899" y="26920"/>
                    <a:pt x="1382802" y="41172"/>
                    <a:pt x="1382802" y="56033"/>
                  </a:cubicBezTo>
                  <a:lnTo>
                    <a:pt x="1382802" y="724241"/>
                  </a:lnTo>
                  <a:cubicBezTo>
                    <a:pt x="1382802" y="739102"/>
                    <a:pt x="1376899" y="753354"/>
                    <a:pt x="1366391" y="763862"/>
                  </a:cubicBezTo>
                  <a:cubicBezTo>
                    <a:pt x="1355882" y="774371"/>
                    <a:pt x="1341630" y="780274"/>
                    <a:pt x="1326769" y="780274"/>
                  </a:cubicBezTo>
                  <a:lnTo>
                    <a:pt x="56033" y="780274"/>
                  </a:lnTo>
                  <a:cubicBezTo>
                    <a:pt x="25087" y="780274"/>
                    <a:pt x="0" y="755187"/>
                    <a:pt x="0" y="724241"/>
                  </a:cubicBezTo>
                  <a:lnTo>
                    <a:pt x="0" y="56033"/>
                  </a:lnTo>
                  <a:cubicBezTo>
                    <a:pt x="0" y="41172"/>
                    <a:pt x="5903" y="26920"/>
                    <a:pt x="16412" y="16412"/>
                  </a:cubicBezTo>
                  <a:cubicBezTo>
                    <a:pt x="26920" y="5903"/>
                    <a:pt x="41172" y="0"/>
                    <a:pt x="5603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82802" cy="86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34136" y="5639217"/>
            <a:ext cx="5616083" cy="5153936"/>
          </a:xfrm>
          <a:custGeom>
            <a:avLst/>
            <a:gdLst/>
            <a:ahLst/>
            <a:cxnLst/>
            <a:rect r="r" b="b" t="t" l="l"/>
            <a:pathLst>
              <a:path h="5153936" w="5616083">
                <a:moveTo>
                  <a:pt x="0" y="0"/>
                </a:moveTo>
                <a:lnTo>
                  <a:pt x="5616083" y="0"/>
                </a:lnTo>
                <a:lnTo>
                  <a:pt x="5616083" y="5153936"/>
                </a:lnTo>
                <a:lnTo>
                  <a:pt x="0" y="5153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4087050"/>
            <a:ext cx="5250328" cy="2962603"/>
            <a:chOff x="0" y="0"/>
            <a:chExt cx="1382802" cy="7802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2802" cy="780274"/>
            </a:xfrm>
            <a:custGeom>
              <a:avLst/>
              <a:gdLst/>
              <a:ahLst/>
              <a:cxnLst/>
              <a:rect r="r" b="b" t="t" l="l"/>
              <a:pathLst>
                <a:path h="780274" w="1382802">
                  <a:moveTo>
                    <a:pt x="56033" y="0"/>
                  </a:moveTo>
                  <a:lnTo>
                    <a:pt x="1326769" y="0"/>
                  </a:lnTo>
                  <a:cubicBezTo>
                    <a:pt x="1341630" y="0"/>
                    <a:pt x="1355882" y="5903"/>
                    <a:pt x="1366391" y="16412"/>
                  </a:cubicBezTo>
                  <a:cubicBezTo>
                    <a:pt x="1376899" y="26920"/>
                    <a:pt x="1382802" y="41172"/>
                    <a:pt x="1382802" y="56033"/>
                  </a:cubicBezTo>
                  <a:lnTo>
                    <a:pt x="1382802" y="724241"/>
                  </a:lnTo>
                  <a:cubicBezTo>
                    <a:pt x="1382802" y="739102"/>
                    <a:pt x="1376899" y="753354"/>
                    <a:pt x="1366391" y="763862"/>
                  </a:cubicBezTo>
                  <a:cubicBezTo>
                    <a:pt x="1355882" y="774371"/>
                    <a:pt x="1341630" y="780274"/>
                    <a:pt x="1326769" y="780274"/>
                  </a:cubicBezTo>
                  <a:lnTo>
                    <a:pt x="56033" y="780274"/>
                  </a:lnTo>
                  <a:cubicBezTo>
                    <a:pt x="25087" y="780274"/>
                    <a:pt x="0" y="755187"/>
                    <a:pt x="0" y="724241"/>
                  </a:cubicBezTo>
                  <a:lnTo>
                    <a:pt x="0" y="56033"/>
                  </a:lnTo>
                  <a:cubicBezTo>
                    <a:pt x="0" y="41172"/>
                    <a:pt x="5903" y="26920"/>
                    <a:pt x="16412" y="16412"/>
                  </a:cubicBezTo>
                  <a:cubicBezTo>
                    <a:pt x="26920" y="5903"/>
                    <a:pt x="41172" y="0"/>
                    <a:pt x="5603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82802" cy="86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-1048014" y="5991483"/>
            <a:ext cx="5061204" cy="6172200"/>
          </a:xfrm>
          <a:custGeom>
            <a:avLst/>
            <a:gdLst/>
            <a:ahLst/>
            <a:cxnLst/>
            <a:rect r="r" b="b" t="t" l="l"/>
            <a:pathLst>
              <a:path h="6172200" w="5061204">
                <a:moveTo>
                  <a:pt x="5061204" y="0"/>
                </a:moveTo>
                <a:lnTo>
                  <a:pt x="0" y="0"/>
                </a:lnTo>
                <a:lnTo>
                  <a:pt x="0" y="6172200"/>
                </a:lnTo>
                <a:lnTo>
                  <a:pt x="5061204" y="6172200"/>
                </a:lnTo>
                <a:lnTo>
                  <a:pt x="50612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518836" y="4087050"/>
            <a:ext cx="5250328" cy="2962603"/>
            <a:chOff x="0" y="0"/>
            <a:chExt cx="1382802" cy="7802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2802" cy="780274"/>
            </a:xfrm>
            <a:custGeom>
              <a:avLst/>
              <a:gdLst/>
              <a:ahLst/>
              <a:cxnLst/>
              <a:rect r="r" b="b" t="t" l="l"/>
              <a:pathLst>
                <a:path h="780274" w="1382802">
                  <a:moveTo>
                    <a:pt x="56033" y="0"/>
                  </a:moveTo>
                  <a:lnTo>
                    <a:pt x="1326769" y="0"/>
                  </a:lnTo>
                  <a:cubicBezTo>
                    <a:pt x="1341630" y="0"/>
                    <a:pt x="1355882" y="5903"/>
                    <a:pt x="1366391" y="16412"/>
                  </a:cubicBezTo>
                  <a:cubicBezTo>
                    <a:pt x="1376899" y="26920"/>
                    <a:pt x="1382802" y="41172"/>
                    <a:pt x="1382802" y="56033"/>
                  </a:cubicBezTo>
                  <a:lnTo>
                    <a:pt x="1382802" y="724241"/>
                  </a:lnTo>
                  <a:cubicBezTo>
                    <a:pt x="1382802" y="739102"/>
                    <a:pt x="1376899" y="753354"/>
                    <a:pt x="1366391" y="763862"/>
                  </a:cubicBezTo>
                  <a:cubicBezTo>
                    <a:pt x="1355882" y="774371"/>
                    <a:pt x="1341630" y="780274"/>
                    <a:pt x="1326769" y="780274"/>
                  </a:cubicBezTo>
                  <a:lnTo>
                    <a:pt x="56033" y="780274"/>
                  </a:lnTo>
                  <a:cubicBezTo>
                    <a:pt x="25087" y="780274"/>
                    <a:pt x="0" y="755187"/>
                    <a:pt x="0" y="724241"/>
                  </a:cubicBezTo>
                  <a:lnTo>
                    <a:pt x="0" y="56033"/>
                  </a:lnTo>
                  <a:cubicBezTo>
                    <a:pt x="0" y="41172"/>
                    <a:pt x="5903" y="26920"/>
                    <a:pt x="16412" y="16412"/>
                  </a:cubicBezTo>
                  <a:cubicBezTo>
                    <a:pt x="26920" y="5903"/>
                    <a:pt x="41172" y="0"/>
                    <a:pt x="5603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382802" cy="86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060643" y="6713375"/>
            <a:ext cx="3912683" cy="6724924"/>
          </a:xfrm>
          <a:custGeom>
            <a:avLst/>
            <a:gdLst/>
            <a:ahLst/>
            <a:cxnLst/>
            <a:rect r="r" b="b" t="t" l="l"/>
            <a:pathLst>
              <a:path h="6724924" w="3912683">
                <a:moveTo>
                  <a:pt x="0" y="0"/>
                </a:moveTo>
                <a:lnTo>
                  <a:pt x="3912683" y="0"/>
                </a:lnTo>
                <a:lnTo>
                  <a:pt x="3912683" y="6724924"/>
                </a:lnTo>
                <a:lnTo>
                  <a:pt x="0" y="6724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56975" y="7354534"/>
            <a:ext cx="3558312" cy="3807532"/>
          </a:xfrm>
          <a:custGeom>
            <a:avLst/>
            <a:gdLst/>
            <a:ahLst/>
            <a:cxnLst/>
            <a:rect r="r" b="b" t="t" l="l"/>
            <a:pathLst>
              <a:path h="3807532" w="3558312">
                <a:moveTo>
                  <a:pt x="0" y="0"/>
                </a:moveTo>
                <a:lnTo>
                  <a:pt x="3558312" y="0"/>
                </a:lnTo>
                <a:lnTo>
                  <a:pt x="3558312" y="3807532"/>
                </a:lnTo>
                <a:lnTo>
                  <a:pt x="0" y="3807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1905" y="1392716"/>
            <a:ext cx="16064190" cy="98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0"/>
              </a:lnSpc>
            </a:pPr>
            <a:r>
              <a:rPr lang="en-US" sz="8056">
                <a:solidFill>
                  <a:srgbClr val="F48A6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Solución propuesta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750" y="2481579"/>
            <a:ext cx="16968501" cy="113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4"/>
              </a:lnSpc>
            </a:pPr>
            <a:r>
              <a:rPr lang="en-US" b="true" sz="3155">
                <a:solidFill>
                  <a:srgbClr val="824737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TUTORIA PLUS es una plataforma web que conecta a estudiantes, tutores y coordinadores académicos para gestionar de manera eficiente las tutorías, facilitando: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3599" y="4865702"/>
            <a:ext cx="4460529" cy="173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5"/>
              </a:lnSpc>
              <a:spcBef>
                <a:spcPct val="0"/>
              </a:spcBef>
            </a:pPr>
            <a:r>
              <a:rPr lang="en-US" sz="5039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Agend</a:t>
            </a:r>
            <a:r>
              <a:rPr lang="en-US" sz="5039" strike="noStrike" u="none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amiento ágil de sesiones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744881">
            <a:off x="-1228065" y="-1822523"/>
            <a:ext cx="3403484" cy="3599839"/>
          </a:xfrm>
          <a:custGeom>
            <a:avLst/>
            <a:gdLst/>
            <a:ahLst/>
            <a:cxnLst/>
            <a:rect r="r" b="b" t="t" l="l"/>
            <a:pathLst>
              <a:path h="3599839" w="3403484">
                <a:moveTo>
                  <a:pt x="0" y="0"/>
                </a:moveTo>
                <a:lnTo>
                  <a:pt x="3403484" y="0"/>
                </a:lnTo>
                <a:lnTo>
                  <a:pt x="3403484" y="3599839"/>
                </a:lnTo>
                <a:lnTo>
                  <a:pt x="0" y="35998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2131435">
            <a:off x="17366236" y="-33857"/>
            <a:ext cx="3403484" cy="3599839"/>
          </a:xfrm>
          <a:custGeom>
            <a:avLst/>
            <a:gdLst/>
            <a:ahLst/>
            <a:cxnLst/>
            <a:rect r="r" b="b" t="t" l="l"/>
            <a:pathLst>
              <a:path h="3599839" w="3403484">
                <a:moveTo>
                  <a:pt x="0" y="0"/>
                </a:moveTo>
                <a:lnTo>
                  <a:pt x="3403484" y="0"/>
                </a:lnTo>
                <a:lnTo>
                  <a:pt x="3403484" y="3599840"/>
                </a:lnTo>
                <a:lnTo>
                  <a:pt x="0" y="35998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580465">
            <a:off x="7545185" y="-2745028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489728" y="4849446"/>
            <a:ext cx="3308545" cy="173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5"/>
              </a:lnSpc>
              <a:spcBef>
                <a:spcPct val="0"/>
              </a:spcBef>
            </a:pPr>
            <a:r>
              <a:rPr lang="en-US" sz="5039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Registro de avances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02188" y="4778582"/>
            <a:ext cx="4460529" cy="173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5"/>
              </a:lnSpc>
              <a:spcBef>
                <a:spcPct val="0"/>
              </a:spcBef>
            </a:pPr>
            <a:r>
              <a:rPr lang="en-US" sz="5039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Segui</a:t>
            </a:r>
            <a:r>
              <a:rPr lang="en-US" sz="5039" strike="noStrike" u="none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miento y reportes académicos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8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84834"/>
            <a:ext cx="3118806" cy="2563752"/>
            <a:chOff x="0" y="0"/>
            <a:chExt cx="3886064" cy="31944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3887334" cy="3193192"/>
            </a:xfrm>
            <a:custGeom>
              <a:avLst/>
              <a:gdLst/>
              <a:ahLst/>
              <a:cxnLst/>
              <a:rect r="r" b="b" t="t" l="l"/>
              <a:pathLst>
                <a:path h="3193192" w="3887334">
                  <a:moveTo>
                    <a:pt x="3875904" y="27940"/>
                  </a:moveTo>
                  <a:cubicBezTo>
                    <a:pt x="3867014" y="24130"/>
                    <a:pt x="3858124" y="21590"/>
                    <a:pt x="3849234" y="21590"/>
                  </a:cubicBezTo>
                  <a:cubicBezTo>
                    <a:pt x="3822564" y="20320"/>
                    <a:pt x="3765134" y="20320"/>
                    <a:pt x="3701591" y="17780"/>
                  </a:cubicBezTo>
                  <a:cubicBezTo>
                    <a:pt x="3556350" y="12700"/>
                    <a:pt x="3414135" y="6350"/>
                    <a:pt x="3268893" y="3810"/>
                  </a:cubicBezTo>
                  <a:cubicBezTo>
                    <a:pt x="3150885" y="1270"/>
                    <a:pt x="3035903" y="3810"/>
                    <a:pt x="2917895" y="2540"/>
                  </a:cubicBezTo>
                  <a:cubicBezTo>
                    <a:pt x="2866455" y="2540"/>
                    <a:pt x="2815016" y="0"/>
                    <a:pt x="2763576" y="2540"/>
                  </a:cubicBezTo>
                  <a:cubicBezTo>
                    <a:pt x="2639516" y="10160"/>
                    <a:pt x="2515456" y="11430"/>
                    <a:pt x="2388370" y="8890"/>
                  </a:cubicBezTo>
                  <a:cubicBezTo>
                    <a:pt x="2324827" y="7620"/>
                    <a:pt x="2261285" y="7620"/>
                    <a:pt x="2197742" y="7620"/>
                  </a:cubicBezTo>
                  <a:cubicBezTo>
                    <a:pt x="2082759" y="7620"/>
                    <a:pt x="1967777" y="7620"/>
                    <a:pt x="1852795" y="6350"/>
                  </a:cubicBezTo>
                  <a:cubicBezTo>
                    <a:pt x="1731760" y="5080"/>
                    <a:pt x="539574" y="2540"/>
                    <a:pt x="421566" y="1270"/>
                  </a:cubicBezTo>
                  <a:cubicBezTo>
                    <a:pt x="324739" y="0"/>
                    <a:pt x="230937" y="1270"/>
                    <a:pt x="134110" y="1270"/>
                  </a:cubicBezTo>
                  <a:cubicBezTo>
                    <a:pt x="6754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67218"/>
                    <a:pt x="16510" y="307693"/>
                    <a:pt x="17780" y="445703"/>
                  </a:cubicBezTo>
                  <a:cubicBezTo>
                    <a:pt x="19050" y="586177"/>
                    <a:pt x="17780" y="726652"/>
                    <a:pt x="16510" y="869591"/>
                  </a:cubicBezTo>
                  <a:cubicBezTo>
                    <a:pt x="15240" y="1014995"/>
                    <a:pt x="2540" y="2540500"/>
                    <a:pt x="2540" y="2685903"/>
                  </a:cubicBezTo>
                  <a:cubicBezTo>
                    <a:pt x="2540" y="2828842"/>
                    <a:pt x="1270" y="2971782"/>
                    <a:pt x="0" y="3114721"/>
                  </a:cubicBezTo>
                  <a:cubicBezTo>
                    <a:pt x="0" y="3138582"/>
                    <a:pt x="3810" y="3148742"/>
                    <a:pt x="15240" y="3153822"/>
                  </a:cubicBezTo>
                  <a:cubicBezTo>
                    <a:pt x="22860" y="3157632"/>
                    <a:pt x="31750" y="3160172"/>
                    <a:pt x="40640" y="3161442"/>
                  </a:cubicBezTo>
                  <a:cubicBezTo>
                    <a:pt x="131084" y="3166522"/>
                    <a:pt x="246067" y="3170332"/>
                    <a:pt x="361049" y="3175412"/>
                  </a:cubicBezTo>
                  <a:cubicBezTo>
                    <a:pt x="424592" y="3177952"/>
                    <a:pt x="488135" y="3183032"/>
                    <a:pt x="551678" y="3184302"/>
                  </a:cubicBezTo>
                  <a:cubicBezTo>
                    <a:pt x="657583" y="3186842"/>
                    <a:pt x="1837665" y="3188112"/>
                    <a:pt x="1943570" y="3189382"/>
                  </a:cubicBezTo>
                  <a:cubicBezTo>
                    <a:pt x="1958699" y="3189382"/>
                    <a:pt x="1973829" y="3189382"/>
                    <a:pt x="1988958" y="3189382"/>
                  </a:cubicBezTo>
                  <a:cubicBezTo>
                    <a:pt x="2061578" y="3189382"/>
                    <a:pt x="2137225" y="3188112"/>
                    <a:pt x="2209845" y="3188112"/>
                  </a:cubicBezTo>
                  <a:cubicBezTo>
                    <a:pt x="2294569" y="3188112"/>
                    <a:pt x="2376267" y="3189382"/>
                    <a:pt x="2460991" y="3189382"/>
                  </a:cubicBezTo>
                  <a:cubicBezTo>
                    <a:pt x="2585051" y="3189382"/>
                    <a:pt x="2712137" y="3189382"/>
                    <a:pt x="2836197" y="3189382"/>
                  </a:cubicBezTo>
                  <a:cubicBezTo>
                    <a:pt x="2951179" y="3189382"/>
                    <a:pt x="3066161" y="3190652"/>
                    <a:pt x="3181144" y="3191922"/>
                  </a:cubicBezTo>
                  <a:cubicBezTo>
                    <a:pt x="3232583" y="3191922"/>
                    <a:pt x="3287049" y="3193192"/>
                    <a:pt x="3338488" y="3193192"/>
                  </a:cubicBezTo>
                  <a:cubicBezTo>
                    <a:pt x="3504910" y="3191922"/>
                    <a:pt x="3668306" y="3185572"/>
                    <a:pt x="3826374" y="3185572"/>
                  </a:cubicBezTo>
                  <a:cubicBezTo>
                    <a:pt x="3830184" y="3185572"/>
                    <a:pt x="3835264" y="3183032"/>
                    <a:pt x="3839074" y="3180492"/>
                  </a:cubicBezTo>
                  <a:cubicBezTo>
                    <a:pt x="3844154" y="3176682"/>
                    <a:pt x="3846694" y="3170332"/>
                    <a:pt x="3849234" y="3167792"/>
                  </a:cubicBezTo>
                  <a:cubicBezTo>
                    <a:pt x="3850504" y="3097469"/>
                    <a:pt x="3851774" y="2993962"/>
                    <a:pt x="3853044" y="2890454"/>
                  </a:cubicBezTo>
                  <a:cubicBezTo>
                    <a:pt x="3854314" y="2730264"/>
                    <a:pt x="3864474" y="1192436"/>
                    <a:pt x="3865744" y="1032246"/>
                  </a:cubicBezTo>
                  <a:cubicBezTo>
                    <a:pt x="3865744" y="936132"/>
                    <a:pt x="3867014" y="840017"/>
                    <a:pt x="3868284" y="743903"/>
                  </a:cubicBezTo>
                  <a:cubicBezTo>
                    <a:pt x="3869554" y="640395"/>
                    <a:pt x="3870824" y="536888"/>
                    <a:pt x="3873364" y="433380"/>
                  </a:cubicBezTo>
                  <a:cubicBezTo>
                    <a:pt x="3874634" y="371769"/>
                    <a:pt x="3874634" y="307692"/>
                    <a:pt x="3879714" y="246081"/>
                  </a:cubicBezTo>
                  <a:cubicBezTo>
                    <a:pt x="3884794" y="172147"/>
                    <a:pt x="3887334" y="100677"/>
                    <a:pt x="3886064" y="44450"/>
                  </a:cubicBezTo>
                  <a:cubicBezTo>
                    <a:pt x="3886064" y="38100"/>
                    <a:pt x="3882254" y="30480"/>
                    <a:pt x="3875904" y="27940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63711" y="2184834"/>
            <a:ext cx="3118806" cy="2563752"/>
            <a:chOff x="0" y="0"/>
            <a:chExt cx="3886064" cy="3194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1270"/>
              <a:ext cx="3887334" cy="3193192"/>
            </a:xfrm>
            <a:custGeom>
              <a:avLst/>
              <a:gdLst/>
              <a:ahLst/>
              <a:cxnLst/>
              <a:rect r="r" b="b" t="t" l="l"/>
              <a:pathLst>
                <a:path h="3193192" w="3887334">
                  <a:moveTo>
                    <a:pt x="3875904" y="27940"/>
                  </a:moveTo>
                  <a:cubicBezTo>
                    <a:pt x="3867014" y="24130"/>
                    <a:pt x="3858124" y="21590"/>
                    <a:pt x="3849234" y="21590"/>
                  </a:cubicBezTo>
                  <a:cubicBezTo>
                    <a:pt x="3822564" y="20320"/>
                    <a:pt x="3765134" y="20320"/>
                    <a:pt x="3701591" y="17780"/>
                  </a:cubicBezTo>
                  <a:cubicBezTo>
                    <a:pt x="3556350" y="12700"/>
                    <a:pt x="3414135" y="6350"/>
                    <a:pt x="3268893" y="3810"/>
                  </a:cubicBezTo>
                  <a:cubicBezTo>
                    <a:pt x="3150885" y="1270"/>
                    <a:pt x="3035903" y="3810"/>
                    <a:pt x="2917895" y="2540"/>
                  </a:cubicBezTo>
                  <a:cubicBezTo>
                    <a:pt x="2866455" y="2540"/>
                    <a:pt x="2815016" y="0"/>
                    <a:pt x="2763576" y="2540"/>
                  </a:cubicBezTo>
                  <a:cubicBezTo>
                    <a:pt x="2639516" y="10160"/>
                    <a:pt x="2515456" y="11430"/>
                    <a:pt x="2388370" y="8890"/>
                  </a:cubicBezTo>
                  <a:cubicBezTo>
                    <a:pt x="2324827" y="7620"/>
                    <a:pt x="2261285" y="7620"/>
                    <a:pt x="2197742" y="7620"/>
                  </a:cubicBezTo>
                  <a:cubicBezTo>
                    <a:pt x="2082759" y="7620"/>
                    <a:pt x="1967777" y="7620"/>
                    <a:pt x="1852795" y="6350"/>
                  </a:cubicBezTo>
                  <a:cubicBezTo>
                    <a:pt x="1731760" y="5080"/>
                    <a:pt x="539574" y="2540"/>
                    <a:pt x="421566" y="1270"/>
                  </a:cubicBezTo>
                  <a:cubicBezTo>
                    <a:pt x="324739" y="0"/>
                    <a:pt x="230937" y="1270"/>
                    <a:pt x="134110" y="1270"/>
                  </a:cubicBezTo>
                  <a:cubicBezTo>
                    <a:pt x="6754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67218"/>
                    <a:pt x="16510" y="307693"/>
                    <a:pt x="17780" y="445703"/>
                  </a:cubicBezTo>
                  <a:cubicBezTo>
                    <a:pt x="19050" y="586177"/>
                    <a:pt x="17780" y="726652"/>
                    <a:pt x="16510" y="869591"/>
                  </a:cubicBezTo>
                  <a:cubicBezTo>
                    <a:pt x="15240" y="1014995"/>
                    <a:pt x="2540" y="2540500"/>
                    <a:pt x="2540" y="2685903"/>
                  </a:cubicBezTo>
                  <a:cubicBezTo>
                    <a:pt x="2540" y="2828842"/>
                    <a:pt x="1270" y="2971782"/>
                    <a:pt x="0" y="3114721"/>
                  </a:cubicBezTo>
                  <a:cubicBezTo>
                    <a:pt x="0" y="3138582"/>
                    <a:pt x="3810" y="3148742"/>
                    <a:pt x="15240" y="3153822"/>
                  </a:cubicBezTo>
                  <a:cubicBezTo>
                    <a:pt x="22860" y="3157632"/>
                    <a:pt x="31750" y="3160172"/>
                    <a:pt x="40640" y="3161442"/>
                  </a:cubicBezTo>
                  <a:cubicBezTo>
                    <a:pt x="131084" y="3166522"/>
                    <a:pt x="246067" y="3170332"/>
                    <a:pt x="361049" y="3175412"/>
                  </a:cubicBezTo>
                  <a:cubicBezTo>
                    <a:pt x="424592" y="3177952"/>
                    <a:pt x="488135" y="3183032"/>
                    <a:pt x="551678" y="3184302"/>
                  </a:cubicBezTo>
                  <a:cubicBezTo>
                    <a:pt x="657583" y="3186842"/>
                    <a:pt x="1837665" y="3188112"/>
                    <a:pt x="1943570" y="3189382"/>
                  </a:cubicBezTo>
                  <a:cubicBezTo>
                    <a:pt x="1958699" y="3189382"/>
                    <a:pt x="1973829" y="3189382"/>
                    <a:pt x="1988958" y="3189382"/>
                  </a:cubicBezTo>
                  <a:cubicBezTo>
                    <a:pt x="2061578" y="3189382"/>
                    <a:pt x="2137225" y="3188112"/>
                    <a:pt x="2209845" y="3188112"/>
                  </a:cubicBezTo>
                  <a:cubicBezTo>
                    <a:pt x="2294569" y="3188112"/>
                    <a:pt x="2376267" y="3189382"/>
                    <a:pt x="2460991" y="3189382"/>
                  </a:cubicBezTo>
                  <a:cubicBezTo>
                    <a:pt x="2585051" y="3189382"/>
                    <a:pt x="2712137" y="3189382"/>
                    <a:pt x="2836197" y="3189382"/>
                  </a:cubicBezTo>
                  <a:cubicBezTo>
                    <a:pt x="2951179" y="3189382"/>
                    <a:pt x="3066161" y="3190652"/>
                    <a:pt x="3181144" y="3191922"/>
                  </a:cubicBezTo>
                  <a:cubicBezTo>
                    <a:pt x="3232583" y="3191922"/>
                    <a:pt x="3287049" y="3193192"/>
                    <a:pt x="3338488" y="3193192"/>
                  </a:cubicBezTo>
                  <a:cubicBezTo>
                    <a:pt x="3504910" y="3191922"/>
                    <a:pt x="3668306" y="3185572"/>
                    <a:pt x="3826374" y="3185572"/>
                  </a:cubicBezTo>
                  <a:cubicBezTo>
                    <a:pt x="3830184" y="3185572"/>
                    <a:pt x="3835264" y="3183032"/>
                    <a:pt x="3839074" y="3180492"/>
                  </a:cubicBezTo>
                  <a:cubicBezTo>
                    <a:pt x="3844154" y="3176682"/>
                    <a:pt x="3846694" y="3170332"/>
                    <a:pt x="3849234" y="3167792"/>
                  </a:cubicBezTo>
                  <a:cubicBezTo>
                    <a:pt x="3850504" y="3097469"/>
                    <a:pt x="3851774" y="2993962"/>
                    <a:pt x="3853044" y="2890454"/>
                  </a:cubicBezTo>
                  <a:cubicBezTo>
                    <a:pt x="3854314" y="2730264"/>
                    <a:pt x="3864474" y="1192436"/>
                    <a:pt x="3865744" y="1032246"/>
                  </a:cubicBezTo>
                  <a:cubicBezTo>
                    <a:pt x="3865744" y="936132"/>
                    <a:pt x="3867014" y="840017"/>
                    <a:pt x="3868284" y="743903"/>
                  </a:cubicBezTo>
                  <a:cubicBezTo>
                    <a:pt x="3869554" y="640395"/>
                    <a:pt x="3870824" y="536888"/>
                    <a:pt x="3873364" y="433380"/>
                  </a:cubicBezTo>
                  <a:cubicBezTo>
                    <a:pt x="3874634" y="371769"/>
                    <a:pt x="3874634" y="307692"/>
                    <a:pt x="3879714" y="246081"/>
                  </a:cubicBezTo>
                  <a:cubicBezTo>
                    <a:pt x="3884794" y="172147"/>
                    <a:pt x="3887334" y="100677"/>
                    <a:pt x="3886064" y="44450"/>
                  </a:cubicBezTo>
                  <a:cubicBezTo>
                    <a:pt x="3886064" y="38100"/>
                    <a:pt x="3882254" y="30480"/>
                    <a:pt x="3875904" y="27940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5367275"/>
            <a:ext cx="3118806" cy="2563752"/>
            <a:chOff x="0" y="0"/>
            <a:chExt cx="3886064" cy="31944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270"/>
              <a:ext cx="3887334" cy="3193192"/>
            </a:xfrm>
            <a:custGeom>
              <a:avLst/>
              <a:gdLst/>
              <a:ahLst/>
              <a:cxnLst/>
              <a:rect r="r" b="b" t="t" l="l"/>
              <a:pathLst>
                <a:path h="3193192" w="3887334">
                  <a:moveTo>
                    <a:pt x="3875904" y="27940"/>
                  </a:moveTo>
                  <a:cubicBezTo>
                    <a:pt x="3867014" y="24130"/>
                    <a:pt x="3858124" y="21590"/>
                    <a:pt x="3849234" y="21590"/>
                  </a:cubicBezTo>
                  <a:cubicBezTo>
                    <a:pt x="3822564" y="20320"/>
                    <a:pt x="3765134" y="20320"/>
                    <a:pt x="3701591" y="17780"/>
                  </a:cubicBezTo>
                  <a:cubicBezTo>
                    <a:pt x="3556350" y="12700"/>
                    <a:pt x="3414135" y="6350"/>
                    <a:pt x="3268893" y="3810"/>
                  </a:cubicBezTo>
                  <a:cubicBezTo>
                    <a:pt x="3150885" y="1270"/>
                    <a:pt x="3035903" y="3810"/>
                    <a:pt x="2917895" y="2540"/>
                  </a:cubicBezTo>
                  <a:cubicBezTo>
                    <a:pt x="2866455" y="2540"/>
                    <a:pt x="2815016" y="0"/>
                    <a:pt x="2763576" y="2540"/>
                  </a:cubicBezTo>
                  <a:cubicBezTo>
                    <a:pt x="2639516" y="10160"/>
                    <a:pt x="2515456" y="11430"/>
                    <a:pt x="2388370" y="8890"/>
                  </a:cubicBezTo>
                  <a:cubicBezTo>
                    <a:pt x="2324827" y="7620"/>
                    <a:pt x="2261285" y="7620"/>
                    <a:pt x="2197742" y="7620"/>
                  </a:cubicBezTo>
                  <a:cubicBezTo>
                    <a:pt x="2082759" y="7620"/>
                    <a:pt x="1967777" y="7620"/>
                    <a:pt x="1852795" y="6350"/>
                  </a:cubicBezTo>
                  <a:cubicBezTo>
                    <a:pt x="1731760" y="5080"/>
                    <a:pt x="539574" y="2540"/>
                    <a:pt x="421566" y="1270"/>
                  </a:cubicBezTo>
                  <a:cubicBezTo>
                    <a:pt x="324739" y="0"/>
                    <a:pt x="230937" y="1270"/>
                    <a:pt x="134110" y="1270"/>
                  </a:cubicBezTo>
                  <a:cubicBezTo>
                    <a:pt x="6754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67218"/>
                    <a:pt x="16510" y="307693"/>
                    <a:pt x="17780" y="445703"/>
                  </a:cubicBezTo>
                  <a:cubicBezTo>
                    <a:pt x="19050" y="586177"/>
                    <a:pt x="17780" y="726652"/>
                    <a:pt x="16510" y="869591"/>
                  </a:cubicBezTo>
                  <a:cubicBezTo>
                    <a:pt x="15240" y="1014995"/>
                    <a:pt x="2540" y="2540500"/>
                    <a:pt x="2540" y="2685903"/>
                  </a:cubicBezTo>
                  <a:cubicBezTo>
                    <a:pt x="2540" y="2828842"/>
                    <a:pt x="1270" y="2971782"/>
                    <a:pt x="0" y="3114721"/>
                  </a:cubicBezTo>
                  <a:cubicBezTo>
                    <a:pt x="0" y="3138582"/>
                    <a:pt x="3810" y="3148742"/>
                    <a:pt x="15240" y="3153822"/>
                  </a:cubicBezTo>
                  <a:cubicBezTo>
                    <a:pt x="22860" y="3157632"/>
                    <a:pt x="31750" y="3160172"/>
                    <a:pt x="40640" y="3161442"/>
                  </a:cubicBezTo>
                  <a:cubicBezTo>
                    <a:pt x="131084" y="3166522"/>
                    <a:pt x="246067" y="3170332"/>
                    <a:pt x="361049" y="3175412"/>
                  </a:cubicBezTo>
                  <a:cubicBezTo>
                    <a:pt x="424592" y="3177952"/>
                    <a:pt x="488135" y="3183032"/>
                    <a:pt x="551678" y="3184302"/>
                  </a:cubicBezTo>
                  <a:cubicBezTo>
                    <a:pt x="657583" y="3186842"/>
                    <a:pt x="1837665" y="3188112"/>
                    <a:pt x="1943570" y="3189382"/>
                  </a:cubicBezTo>
                  <a:cubicBezTo>
                    <a:pt x="1958699" y="3189382"/>
                    <a:pt x="1973829" y="3189382"/>
                    <a:pt x="1988958" y="3189382"/>
                  </a:cubicBezTo>
                  <a:cubicBezTo>
                    <a:pt x="2061578" y="3189382"/>
                    <a:pt x="2137225" y="3188112"/>
                    <a:pt x="2209845" y="3188112"/>
                  </a:cubicBezTo>
                  <a:cubicBezTo>
                    <a:pt x="2294569" y="3188112"/>
                    <a:pt x="2376267" y="3189382"/>
                    <a:pt x="2460991" y="3189382"/>
                  </a:cubicBezTo>
                  <a:cubicBezTo>
                    <a:pt x="2585051" y="3189382"/>
                    <a:pt x="2712137" y="3189382"/>
                    <a:pt x="2836197" y="3189382"/>
                  </a:cubicBezTo>
                  <a:cubicBezTo>
                    <a:pt x="2951179" y="3189382"/>
                    <a:pt x="3066161" y="3190652"/>
                    <a:pt x="3181144" y="3191922"/>
                  </a:cubicBezTo>
                  <a:cubicBezTo>
                    <a:pt x="3232583" y="3191922"/>
                    <a:pt x="3287049" y="3193192"/>
                    <a:pt x="3338488" y="3193192"/>
                  </a:cubicBezTo>
                  <a:cubicBezTo>
                    <a:pt x="3504910" y="3191922"/>
                    <a:pt x="3668306" y="3185572"/>
                    <a:pt x="3826374" y="3185572"/>
                  </a:cubicBezTo>
                  <a:cubicBezTo>
                    <a:pt x="3830184" y="3185572"/>
                    <a:pt x="3835264" y="3183032"/>
                    <a:pt x="3839074" y="3180492"/>
                  </a:cubicBezTo>
                  <a:cubicBezTo>
                    <a:pt x="3844154" y="3176682"/>
                    <a:pt x="3846694" y="3170332"/>
                    <a:pt x="3849234" y="3167792"/>
                  </a:cubicBezTo>
                  <a:cubicBezTo>
                    <a:pt x="3850504" y="3097469"/>
                    <a:pt x="3851774" y="2993962"/>
                    <a:pt x="3853044" y="2890454"/>
                  </a:cubicBezTo>
                  <a:cubicBezTo>
                    <a:pt x="3854314" y="2730264"/>
                    <a:pt x="3864474" y="1192436"/>
                    <a:pt x="3865744" y="1032246"/>
                  </a:cubicBezTo>
                  <a:cubicBezTo>
                    <a:pt x="3865744" y="936132"/>
                    <a:pt x="3867014" y="840017"/>
                    <a:pt x="3868284" y="743903"/>
                  </a:cubicBezTo>
                  <a:cubicBezTo>
                    <a:pt x="3869554" y="640395"/>
                    <a:pt x="3870824" y="536888"/>
                    <a:pt x="3873364" y="433380"/>
                  </a:cubicBezTo>
                  <a:cubicBezTo>
                    <a:pt x="3874634" y="371769"/>
                    <a:pt x="3874634" y="307692"/>
                    <a:pt x="3879714" y="246081"/>
                  </a:cubicBezTo>
                  <a:cubicBezTo>
                    <a:pt x="3884794" y="172147"/>
                    <a:pt x="3887334" y="100677"/>
                    <a:pt x="3886064" y="44450"/>
                  </a:cubicBezTo>
                  <a:cubicBezTo>
                    <a:pt x="3886064" y="38100"/>
                    <a:pt x="3882254" y="30480"/>
                    <a:pt x="3875904" y="27940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63711" y="5367275"/>
            <a:ext cx="3118806" cy="2563752"/>
            <a:chOff x="0" y="0"/>
            <a:chExt cx="3886064" cy="31944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1270"/>
              <a:ext cx="3887334" cy="3193192"/>
            </a:xfrm>
            <a:custGeom>
              <a:avLst/>
              <a:gdLst/>
              <a:ahLst/>
              <a:cxnLst/>
              <a:rect r="r" b="b" t="t" l="l"/>
              <a:pathLst>
                <a:path h="3193192" w="3887334">
                  <a:moveTo>
                    <a:pt x="3875904" y="27940"/>
                  </a:moveTo>
                  <a:cubicBezTo>
                    <a:pt x="3867014" y="24130"/>
                    <a:pt x="3858124" y="21590"/>
                    <a:pt x="3849234" y="21590"/>
                  </a:cubicBezTo>
                  <a:cubicBezTo>
                    <a:pt x="3822564" y="20320"/>
                    <a:pt x="3765134" y="20320"/>
                    <a:pt x="3701591" y="17780"/>
                  </a:cubicBezTo>
                  <a:cubicBezTo>
                    <a:pt x="3556350" y="12700"/>
                    <a:pt x="3414135" y="6350"/>
                    <a:pt x="3268893" y="3810"/>
                  </a:cubicBezTo>
                  <a:cubicBezTo>
                    <a:pt x="3150885" y="1270"/>
                    <a:pt x="3035903" y="3810"/>
                    <a:pt x="2917895" y="2540"/>
                  </a:cubicBezTo>
                  <a:cubicBezTo>
                    <a:pt x="2866455" y="2540"/>
                    <a:pt x="2815016" y="0"/>
                    <a:pt x="2763576" y="2540"/>
                  </a:cubicBezTo>
                  <a:cubicBezTo>
                    <a:pt x="2639516" y="10160"/>
                    <a:pt x="2515456" y="11430"/>
                    <a:pt x="2388370" y="8890"/>
                  </a:cubicBezTo>
                  <a:cubicBezTo>
                    <a:pt x="2324827" y="7620"/>
                    <a:pt x="2261285" y="7620"/>
                    <a:pt x="2197742" y="7620"/>
                  </a:cubicBezTo>
                  <a:cubicBezTo>
                    <a:pt x="2082759" y="7620"/>
                    <a:pt x="1967777" y="7620"/>
                    <a:pt x="1852795" y="6350"/>
                  </a:cubicBezTo>
                  <a:cubicBezTo>
                    <a:pt x="1731760" y="5080"/>
                    <a:pt x="539574" y="2540"/>
                    <a:pt x="421566" y="1270"/>
                  </a:cubicBezTo>
                  <a:cubicBezTo>
                    <a:pt x="324739" y="0"/>
                    <a:pt x="230937" y="1270"/>
                    <a:pt x="134110" y="1270"/>
                  </a:cubicBezTo>
                  <a:cubicBezTo>
                    <a:pt x="6754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67218"/>
                    <a:pt x="16510" y="307693"/>
                    <a:pt x="17780" y="445703"/>
                  </a:cubicBezTo>
                  <a:cubicBezTo>
                    <a:pt x="19050" y="586177"/>
                    <a:pt x="17780" y="726652"/>
                    <a:pt x="16510" y="869591"/>
                  </a:cubicBezTo>
                  <a:cubicBezTo>
                    <a:pt x="15240" y="1014995"/>
                    <a:pt x="2540" y="2540500"/>
                    <a:pt x="2540" y="2685903"/>
                  </a:cubicBezTo>
                  <a:cubicBezTo>
                    <a:pt x="2540" y="2828842"/>
                    <a:pt x="1270" y="2971782"/>
                    <a:pt x="0" y="3114721"/>
                  </a:cubicBezTo>
                  <a:cubicBezTo>
                    <a:pt x="0" y="3138582"/>
                    <a:pt x="3810" y="3148742"/>
                    <a:pt x="15240" y="3153822"/>
                  </a:cubicBezTo>
                  <a:cubicBezTo>
                    <a:pt x="22860" y="3157632"/>
                    <a:pt x="31750" y="3160172"/>
                    <a:pt x="40640" y="3161442"/>
                  </a:cubicBezTo>
                  <a:cubicBezTo>
                    <a:pt x="131084" y="3166522"/>
                    <a:pt x="246067" y="3170332"/>
                    <a:pt x="361049" y="3175412"/>
                  </a:cubicBezTo>
                  <a:cubicBezTo>
                    <a:pt x="424592" y="3177952"/>
                    <a:pt x="488135" y="3183032"/>
                    <a:pt x="551678" y="3184302"/>
                  </a:cubicBezTo>
                  <a:cubicBezTo>
                    <a:pt x="657583" y="3186842"/>
                    <a:pt x="1837665" y="3188112"/>
                    <a:pt x="1943570" y="3189382"/>
                  </a:cubicBezTo>
                  <a:cubicBezTo>
                    <a:pt x="1958699" y="3189382"/>
                    <a:pt x="1973829" y="3189382"/>
                    <a:pt x="1988958" y="3189382"/>
                  </a:cubicBezTo>
                  <a:cubicBezTo>
                    <a:pt x="2061578" y="3189382"/>
                    <a:pt x="2137225" y="3188112"/>
                    <a:pt x="2209845" y="3188112"/>
                  </a:cubicBezTo>
                  <a:cubicBezTo>
                    <a:pt x="2294569" y="3188112"/>
                    <a:pt x="2376267" y="3189382"/>
                    <a:pt x="2460991" y="3189382"/>
                  </a:cubicBezTo>
                  <a:cubicBezTo>
                    <a:pt x="2585051" y="3189382"/>
                    <a:pt x="2712137" y="3189382"/>
                    <a:pt x="2836197" y="3189382"/>
                  </a:cubicBezTo>
                  <a:cubicBezTo>
                    <a:pt x="2951179" y="3189382"/>
                    <a:pt x="3066161" y="3190652"/>
                    <a:pt x="3181144" y="3191922"/>
                  </a:cubicBezTo>
                  <a:cubicBezTo>
                    <a:pt x="3232583" y="3191922"/>
                    <a:pt x="3287049" y="3193192"/>
                    <a:pt x="3338488" y="3193192"/>
                  </a:cubicBezTo>
                  <a:cubicBezTo>
                    <a:pt x="3504910" y="3191922"/>
                    <a:pt x="3668306" y="3185572"/>
                    <a:pt x="3826374" y="3185572"/>
                  </a:cubicBezTo>
                  <a:cubicBezTo>
                    <a:pt x="3830184" y="3185572"/>
                    <a:pt x="3835264" y="3183032"/>
                    <a:pt x="3839074" y="3180492"/>
                  </a:cubicBezTo>
                  <a:cubicBezTo>
                    <a:pt x="3844154" y="3176682"/>
                    <a:pt x="3846694" y="3170332"/>
                    <a:pt x="3849234" y="3167792"/>
                  </a:cubicBezTo>
                  <a:cubicBezTo>
                    <a:pt x="3850504" y="3097469"/>
                    <a:pt x="3851774" y="2993962"/>
                    <a:pt x="3853044" y="2890454"/>
                  </a:cubicBezTo>
                  <a:cubicBezTo>
                    <a:pt x="3854314" y="2730264"/>
                    <a:pt x="3864474" y="1192436"/>
                    <a:pt x="3865744" y="1032246"/>
                  </a:cubicBezTo>
                  <a:cubicBezTo>
                    <a:pt x="3865744" y="936132"/>
                    <a:pt x="3867014" y="840017"/>
                    <a:pt x="3868284" y="743903"/>
                  </a:cubicBezTo>
                  <a:cubicBezTo>
                    <a:pt x="3869554" y="640395"/>
                    <a:pt x="3870824" y="536888"/>
                    <a:pt x="3873364" y="433380"/>
                  </a:cubicBezTo>
                  <a:cubicBezTo>
                    <a:pt x="3874634" y="371769"/>
                    <a:pt x="3874634" y="307692"/>
                    <a:pt x="3879714" y="246081"/>
                  </a:cubicBezTo>
                  <a:cubicBezTo>
                    <a:pt x="3884794" y="172147"/>
                    <a:pt x="3887334" y="100677"/>
                    <a:pt x="3886064" y="44450"/>
                  </a:cubicBezTo>
                  <a:cubicBezTo>
                    <a:pt x="3886064" y="38100"/>
                    <a:pt x="3882254" y="30480"/>
                    <a:pt x="3875904" y="27940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084210" y="1221995"/>
            <a:ext cx="4128442" cy="2371978"/>
          </a:xfrm>
          <a:custGeom>
            <a:avLst/>
            <a:gdLst/>
            <a:ahLst/>
            <a:cxnLst/>
            <a:rect r="r" b="b" t="t" l="l"/>
            <a:pathLst>
              <a:path h="2371978" w="4128442">
                <a:moveTo>
                  <a:pt x="0" y="0"/>
                </a:moveTo>
                <a:lnTo>
                  <a:pt x="4128442" y="0"/>
                </a:lnTo>
                <a:lnTo>
                  <a:pt x="4128442" y="2371978"/>
                </a:lnTo>
                <a:lnTo>
                  <a:pt x="0" y="2371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86069" y="7406074"/>
            <a:ext cx="7315200" cy="3218688"/>
          </a:xfrm>
          <a:custGeom>
            <a:avLst/>
            <a:gdLst/>
            <a:ahLst/>
            <a:cxnLst/>
            <a:rect r="r" b="b" t="t" l="l"/>
            <a:pathLst>
              <a:path h="3218688" w="7315200">
                <a:moveTo>
                  <a:pt x="0" y="0"/>
                </a:moveTo>
                <a:lnTo>
                  <a:pt x="7315200" y="0"/>
                </a:lnTo>
                <a:lnTo>
                  <a:pt x="7315200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20229" y="5586256"/>
            <a:ext cx="1969120" cy="204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b="true" sz="2431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Permitir a coordinadores analizar reportes de desempeño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1744881">
            <a:off x="8638982" y="-1313098"/>
            <a:ext cx="3352272" cy="3545673"/>
          </a:xfrm>
          <a:custGeom>
            <a:avLst/>
            <a:gdLst/>
            <a:ahLst/>
            <a:cxnLst/>
            <a:rect r="r" b="b" t="t" l="l"/>
            <a:pathLst>
              <a:path h="3545673" w="3352272">
                <a:moveTo>
                  <a:pt x="0" y="0"/>
                </a:moveTo>
                <a:lnTo>
                  <a:pt x="3352273" y="0"/>
                </a:lnTo>
                <a:lnTo>
                  <a:pt x="3352273" y="3545673"/>
                </a:lnTo>
                <a:lnTo>
                  <a:pt x="0" y="3545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21006">
            <a:off x="-1006923" y="7500051"/>
            <a:ext cx="2921891" cy="3516498"/>
          </a:xfrm>
          <a:custGeom>
            <a:avLst/>
            <a:gdLst/>
            <a:ahLst/>
            <a:cxnLst/>
            <a:rect r="r" b="b" t="t" l="l"/>
            <a:pathLst>
              <a:path h="3516498" w="2921891">
                <a:moveTo>
                  <a:pt x="0" y="0"/>
                </a:moveTo>
                <a:lnTo>
                  <a:pt x="2921890" y="0"/>
                </a:lnTo>
                <a:lnTo>
                  <a:pt x="2921890" y="3516498"/>
                </a:lnTo>
                <a:lnTo>
                  <a:pt x="0" y="3516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628350" y="-2444316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725311" y="3832098"/>
            <a:ext cx="8717798" cy="197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6"/>
              </a:lnSpc>
            </a:pPr>
            <a:r>
              <a:rPr lang="en-US" sz="8378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OBJETIVOS DEL PROYECTO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25311" y="5844121"/>
            <a:ext cx="8717798" cy="150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7"/>
              </a:lnSpc>
            </a:pPr>
            <a:r>
              <a:rPr lang="en-US" sz="290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Objetivo General:</a:t>
            </a:r>
          </a:p>
          <a:p>
            <a:pPr algn="just">
              <a:lnSpc>
                <a:spcPts val="3807"/>
              </a:lnSpc>
            </a:pPr>
            <a:r>
              <a:rPr lang="en-US" sz="290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Diseñar e implementar una plataforma escalable que mejore el proceso de tutorías académicas.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8842" y="2853029"/>
            <a:ext cx="2231893" cy="124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b="true" sz="2431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Automatizar el agendamiento de tutorías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37412" y="2723589"/>
            <a:ext cx="2171222" cy="16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b="true" sz="2431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Registrar y consultar avances de cada sesión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38554" y="5872696"/>
            <a:ext cx="1969120" cy="164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b="true" sz="2431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Diseñar una interfaz intuitiva y segura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462434"/>
            <a:ext cx="6753816" cy="53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</a:pPr>
            <a:r>
              <a:rPr lang="en-US" sz="4278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OBJETIVOS ESPECÍFICOS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43500"/>
            <a:ext cx="3697105" cy="1815464"/>
            <a:chOff x="0" y="0"/>
            <a:chExt cx="973723" cy="478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3723" cy="478147"/>
            </a:xfrm>
            <a:custGeom>
              <a:avLst/>
              <a:gdLst/>
              <a:ahLst/>
              <a:cxnLst/>
              <a:rect r="r" b="b" t="t" l="l"/>
              <a:pathLst>
                <a:path h="478147" w="973723">
                  <a:moveTo>
                    <a:pt x="79574" y="0"/>
                  </a:moveTo>
                  <a:lnTo>
                    <a:pt x="894149" y="0"/>
                  </a:lnTo>
                  <a:cubicBezTo>
                    <a:pt x="938097" y="0"/>
                    <a:pt x="973723" y="35626"/>
                    <a:pt x="973723" y="79574"/>
                  </a:cubicBezTo>
                  <a:lnTo>
                    <a:pt x="973723" y="398573"/>
                  </a:lnTo>
                  <a:cubicBezTo>
                    <a:pt x="973723" y="442521"/>
                    <a:pt x="938097" y="478147"/>
                    <a:pt x="894149" y="478147"/>
                  </a:cubicBezTo>
                  <a:lnTo>
                    <a:pt x="79574" y="478147"/>
                  </a:lnTo>
                  <a:cubicBezTo>
                    <a:pt x="35626" y="478147"/>
                    <a:pt x="0" y="442521"/>
                    <a:pt x="0" y="398573"/>
                  </a:cubicBezTo>
                  <a:lnTo>
                    <a:pt x="0" y="79574"/>
                  </a:lnTo>
                  <a:cubicBezTo>
                    <a:pt x="0" y="35626"/>
                    <a:pt x="35626" y="0"/>
                    <a:pt x="79574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973723" cy="563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50204" y="5029390"/>
            <a:ext cx="8888506" cy="5688644"/>
          </a:xfrm>
          <a:custGeom>
            <a:avLst/>
            <a:gdLst/>
            <a:ahLst/>
            <a:cxnLst/>
            <a:rect r="r" b="b" t="t" l="l"/>
            <a:pathLst>
              <a:path h="5688644" w="8888506">
                <a:moveTo>
                  <a:pt x="0" y="0"/>
                </a:moveTo>
                <a:lnTo>
                  <a:pt x="8888505" y="0"/>
                </a:lnTo>
                <a:lnTo>
                  <a:pt x="8888505" y="5688644"/>
                </a:lnTo>
                <a:lnTo>
                  <a:pt x="0" y="5688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9085">
            <a:off x="13133718" y="1359358"/>
            <a:ext cx="3347837" cy="3828088"/>
          </a:xfrm>
          <a:custGeom>
            <a:avLst/>
            <a:gdLst/>
            <a:ahLst/>
            <a:cxnLst/>
            <a:rect r="r" b="b" t="t" l="l"/>
            <a:pathLst>
              <a:path h="3828088" w="3347837">
                <a:moveTo>
                  <a:pt x="0" y="0"/>
                </a:moveTo>
                <a:lnTo>
                  <a:pt x="3347837" y="0"/>
                </a:lnTo>
                <a:lnTo>
                  <a:pt x="3347837" y="3828088"/>
                </a:lnTo>
                <a:lnTo>
                  <a:pt x="0" y="382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899017"/>
            <a:ext cx="11195668" cy="248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9"/>
              </a:lnSpc>
            </a:pPr>
            <a:r>
              <a:rPr lang="en-US" sz="10572">
                <a:solidFill>
                  <a:srgbClr val="F48A6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METODOLOGÍA APLICADA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992475" y="-2520583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7443328"/>
            <a:ext cx="3697105" cy="1815464"/>
            <a:chOff x="0" y="0"/>
            <a:chExt cx="973723" cy="4781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3723" cy="478147"/>
            </a:xfrm>
            <a:custGeom>
              <a:avLst/>
              <a:gdLst/>
              <a:ahLst/>
              <a:cxnLst/>
              <a:rect r="r" b="b" t="t" l="l"/>
              <a:pathLst>
                <a:path h="478147" w="973723">
                  <a:moveTo>
                    <a:pt x="79574" y="0"/>
                  </a:moveTo>
                  <a:lnTo>
                    <a:pt x="894149" y="0"/>
                  </a:lnTo>
                  <a:cubicBezTo>
                    <a:pt x="938097" y="0"/>
                    <a:pt x="973723" y="35626"/>
                    <a:pt x="973723" y="79574"/>
                  </a:cubicBezTo>
                  <a:lnTo>
                    <a:pt x="973723" y="398573"/>
                  </a:lnTo>
                  <a:cubicBezTo>
                    <a:pt x="973723" y="442521"/>
                    <a:pt x="938097" y="478147"/>
                    <a:pt x="894149" y="478147"/>
                  </a:cubicBezTo>
                  <a:lnTo>
                    <a:pt x="79574" y="478147"/>
                  </a:lnTo>
                  <a:cubicBezTo>
                    <a:pt x="35626" y="478147"/>
                    <a:pt x="0" y="442521"/>
                    <a:pt x="0" y="398573"/>
                  </a:cubicBezTo>
                  <a:lnTo>
                    <a:pt x="0" y="79574"/>
                  </a:lnTo>
                  <a:cubicBezTo>
                    <a:pt x="0" y="35626"/>
                    <a:pt x="35626" y="0"/>
                    <a:pt x="79574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973723" cy="563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42934" y="7549514"/>
            <a:ext cx="2611372" cy="144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2"/>
              </a:lnSpc>
            </a:pPr>
            <a:r>
              <a:rPr lang="en-US" sz="407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Modelado UML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335405" y="5143500"/>
            <a:ext cx="5672500" cy="1815464"/>
            <a:chOff x="0" y="0"/>
            <a:chExt cx="1493992" cy="478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3992" cy="478147"/>
            </a:xfrm>
            <a:custGeom>
              <a:avLst/>
              <a:gdLst/>
              <a:ahLst/>
              <a:cxnLst/>
              <a:rect r="r" b="b" t="t" l="l"/>
              <a:pathLst>
                <a:path h="478147" w="1493992">
                  <a:moveTo>
                    <a:pt x="51863" y="0"/>
                  </a:moveTo>
                  <a:lnTo>
                    <a:pt x="1442129" y="0"/>
                  </a:lnTo>
                  <a:cubicBezTo>
                    <a:pt x="1455884" y="0"/>
                    <a:pt x="1469075" y="5464"/>
                    <a:pt x="1478801" y="15190"/>
                  </a:cubicBezTo>
                  <a:cubicBezTo>
                    <a:pt x="1488528" y="24917"/>
                    <a:pt x="1493992" y="38108"/>
                    <a:pt x="1493992" y="51863"/>
                  </a:cubicBezTo>
                  <a:lnTo>
                    <a:pt x="1493992" y="426284"/>
                  </a:lnTo>
                  <a:cubicBezTo>
                    <a:pt x="1493992" y="440039"/>
                    <a:pt x="1488528" y="453230"/>
                    <a:pt x="1478801" y="462957"/>
                  </a:cubicBezTo>
                  <a:cubicBezTo>
                    <a:pt x="1469075" y="472683"/>
                    <a:pt x="1455884" y="478147"/>
                    <a:pt x="1442129" y="478147"/>
                  </a:cubicBezTo>
                  <a:lnTo>
                    <a:pt x="51863" y="478147"/>
                  </a:lnTo>
                  <a:cubicBezTo>
                    <a:pt x="38108" y="478147"/>
                    <a:pt x="24917" y="472683"/>
                    <a:pt x="15190" y="462957"/>
                  </a:cubicBezTo>
                  <a:cubicBezTo>
                    <a:pt x="5464" y="453230"/>
                    <a:pt x="0" y="440039"/>
                    <a:pt x="0" y="426284"/>
                  </a:cubicBezTo>
                  <a:lnTo>
                    <a:pt x="0" y="51863"/>
                  </a:lnTo>
                  <a:cubicBezTo>
                    <a:pt x="0" y="38108"/>
                    <a:pt x="5464" y="24917"/>
                    <a:pt x="15190" y="15190"/>
                  </a:cubicBezTo>
                  <a:cubicBezTo>
                    <a:pt x="24917" y="5464"/>
                    <a:pt x="38108" y="0"/>
                    <a:pt x="5186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493992" cy="563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559843" y="5247967"/>
            <a:ext cx="5276275" cy="144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2"/>
              </a:lnSpc>
            </a:pPr>
            <a:r>
              <a:rPr lang="en-US" sz="407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Modelo incremental de desarrollo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335405" y="7442836"/>
            <a:ext cx="5672500" cy="1815464"/>
            <a:chOff x="0" y="0"/>
            <a:chExt cx="1493992" cy="4781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3992" cy="478147"/>
            </a:xfrm>
            <a:custGeom>
              <a:avLst/>
              <a:gdLst/>
              <a:ahLst/>
              <a:cxnLst/>
              <a:rect r="r" b="b" t="t" l="l"/>
              <a:pathLst>
                <a:path h="478147" w="1493992">
                  <a:moveTo>
                    <a:pt x="51863" y="0"/>
                  </a:moveTo>
                  <a:lnTo>
                    <a:pt x="1442129" y="0"/>
                  </a:lnTo>
                  <a:cubicBezTo>
                    <a:pt x="1455884" y="0"/>
                    <a:pt x="1469075" y="5464"/>
                    <a:pt x="1478801" y="15190"/>
                  </a:cubicBezTo>
                  <a:cubicBezTo>
                    <a:pt x="1488528" y="24917"/>
                    <a:pt x="1493992" y="38108"/>
                    <a:pt x="1493992" y="51863"/>
                  </a:cubicBezTo>
                  <a:lnTo>
                    <a:pt x="1493992" y="426284"/>
                  </a:lnTo>
                  <a:cubicBezTo>
                    <a:pt x="1493992" y="440039"/>
                    <a:pt x="1488528" y="453230"/>
                    <a:pt x="1478801" y="462957"/>
                  </a:cubicBezTo>
                  <a:cubicBezTo>
                    <a:pt x="1469075" y="472683"/>
                    <a:pt x="1455884" y="478147"/>
                    <a:pt x="1442129" y="478147"/>
                  </a:cubicBezTo>
                  <a:lnTo>
                    <a:pt x="51863" y="478147"/>
                  </a:lnTo>
                  <a:cubicBezTo>
                    <a:pt x="38108" y="478147"/>
                    <a:pt x="24917" y="472683"/>
                    <a:pt x="15190" y="462957"/>
                  </a:cubicBezTo>
                  <a:cubicBezTo>
                    <a:pt x="5464" y="453230"/>
                    <a:pt x="0" y="440039"/>
                    <a:pt x="0" y="426284"/>
                  </a:cubicBezTo>
                  <a:lnTo>
                    <a:pt x="0" y="51863"/>
                  </a:lnTo>
                  <a:cubicBezTo>
                    <a:pt x="0" y="38108"/>
                    <a:pt x="5464" y="24917"/>
                    <a:pt x="15190" y="15190"/>
                  </a:cubicBezTo>
                  <a:cubicBezTo>
                    <a:pt x="24917" y="5464"/>
                    <a:pt x="38108" y="0"/>
                    <a:pt x="5186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493992" cy="563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09885" y="5248459"/>
            <a:ext cx="2934735" cy="144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2"/>
              </a:lnSpc>
            </a:pPr>
            <a:r>
              <a:rPr lang="en-US" sz="407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Priorización MoSCoW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7013" y="7882153"/>
            <a:ext cx="4141936" cy="77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2"/>
              </a:lnSpc>
              <a:spcBef>
                <a:spcPct val="0"/>
              </a:spcBef>
            </a:pPr>
            <a:r>
              <a:rPr lang="en-US" sz="4079" strike="noStrike" u="none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Design Thinking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6999" y="5364670"/>
            <a:ext cx="6631982" cy="5269411"/>
          </a:xfrm>
          <a:custGeom>
            <a:avLst/>
            <a:gdLst/>
            <a:ahLst/>
            <a:cxnLst/>
            <a:rect r="r" b="b" t="t" l="l"/>
            <a:pathLst>
              <a:path h="5269411" w="6631982">
                <a:moveTo>
                  <a:pt x="0" y="0"/>
                </a:moveTo>
                <a:lnTo>
                  <a:pt x="6631983" y="0"/>
                </a:lnTo>
                <a:lnTo>
                  <a:pt x="6631983" y="5269412"/>
                </a:lnTo>
                <a:lnTo>
                  <a:pt x="0" y="5269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79195" y="1111460"/>
            <a:ext cx="2894041" cy="2057400"/>
          </a:xfrm>
          <a:custGeom>
            <a:avLst/>
            <a:gdLst/>
            <a:ahLst/>
            <a:cxnLst/>
            <a:rect r="r" b="b" t="t" l="l"/>
            <a:pathLst>
              <a:path h="2057400" w="2894041">
                <a:moveTo>
                  <a:pt x="0" y="0"/>
                </a:moveTo>
                <a:lnTo>
                  <a:pt x="2894041" y="0"/>
                </a:lnTo>
                <a:lnTo>
                  <a:pt x="28940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59152" y="5798154"/>
            <a:ext cx="5250328" cy="2962603"/>
            <a:chOff x="0" y="0"/>
            <a:chExt cx="1382802" cy="780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2802" cy="780274"/>
            </a:xfrm>
            <a:custGeom>
              <a:avLst/>
              <a:gdLst/>
              <a:ahLst/>
              <a:cxnLst/>
              <a:rect r="r" b="b" t="t" l="l"/>
              <a:pathLst>
                <a:path h="780274" w="1382802">
                  <a:moveTo>
                    <a:pt x="56033" y="0"/>
                  </a:moveTo>
                  <a:lnTo>
                    <a:pt x="1326769" y="0"/>
                  </a:lnTo>
                  <a:cubicBezTo>
                    <a:pt x="1341630" y="0"/>
                    <a:pt x="1355882" y="5903"/>
                    <a:pt x="1366391" y="16412"/>
                  </a:cubicBezTo>
                  <a:cubicBezTo>
                    <a:pt x="1376899" y="26920"/>
                    <a:pt x="1382802" y="41172"/>
                    <a:pt x="1382802" y="56033"/>
                  </a:cubicBezTo>
                  <a:lnTo>
                    <a:pt x="1382802" y="724241"/>
                  </a:lnTo>
                  <a:cubicBezTo>
                    <a:pt x="1382802" y="739102"/>
                    <a:pt x="1376899" y="753354"/>
                    <a:pt x="1366391" y="763862"/>
                  </a:cubicBezTo>
                  <a:cubicBezTo>
                    <a:pt x="1355882" y="774371"/>
                    <a:pt x="1341630" y="780274"/>
                    <a:pt x="1326769" y="780274"/>
                  </a:cubicBezTo>
                  <a:lnTo>
                    <a:pt x="56033" y="780274"/>
                  </a:lnTo>
                  <a:cubicBezTo>
                    <a:pt x="25087" y="780274"/>
                    <a:pt x="0" y="755187"/>
                    <a:pt x="0" y="724241"/>
                  </a:cubicBezTo>
                  <a:lnTo>
                    <a:pt x="0" y="56033"/>
                  </a:lnTo>
                  <a:cubicBezTo>
                    <a:pt x="0" y="41172"/>
                    <a:pt x="5903" y="26920"/>
                    <a:pt x="16412" y="16412"/>
                  </a:cubicBezTo>
                  <a:cubicBezTo>
                    <a:pt x="26920" y="5903"/>
                    <a:pt x="41172" y="0"/>
                    <a:pt x="5603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382802" cy="86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187557" y="7676940"/>
            <a:ext cx="4652127" cy="100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4239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Coordinador Académico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79840">
            <a:off x="16992339" y="7996086"/>
            <a:ext cx="2097569" cy="2524427"/>
          </a:xfrm>
          <a:custGeom>
            <a:avLst/>
            <a:gdLst/>
            <a:ahLst/>
            <a:cxnLst/>
            <a:rect r="r" b="b" t="t" l="l"/>
            <a:pathLst>
              <a:path h="2524427" w="2097569">
                <a:moveTo>
                  <a:pt x="0" y="0"/>
                </a:moveTo>
                <a:lnTo>
                  <a:pt x="2097569" y="0"/>
                </a:lnTo>
                <a:lnTo>
                  <a:pt x="2097569" y="2524428"/>
                </a:lnTo>
                <a:lnTo>
                  <a:pt x="0" y="2524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73837" y="-2396593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008972" y="1506822"/>
            <a:ext cx="5250328" cy="2962603"/>
            <a:chOff x="0" y="0"/>
            <a:chExt cx="1382802" cy="7802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2802" cy="780274"/>
            </a:xfrm>
            <a:custGeom>
              <a:avLst/>
              <a:gdLst/>
              <a:ahLst/>
              <a:cxnLst/>
              <a:rect r="r" b="b" t="t" l="l"/>
              <a:pathLst>
                <a:path h="780274" w="1382802">
                  <a:moveTo>
                    <a:pt x="56033" y="0"/>
                  </a:moveTo>
                  <a:lnTo>
                    <a:pt x="1326769" y="0"/>
                  </a:lnTo>
                  <a:cubicBezTo>
                    <a:pt x="1341630" y="0"/>
                    <a:pt x="1355882" y="5903"/>
                    <a:pt x="1366391" y="16412"/>
                  </a:cubicBezTo>
                  <a:cubicBezTo>
                    <a:pt x="1376899" y="26920"/>
                    <a:pt x="1382802" y="41172"/>
                    <a:pt x="1382802" y="56033"/>
                  </a:cubicBezTo>
                  <a:lnTo>
                    <a:pt x="1382802" y="724241"/>
                  </a:lnTo>
                  <a:cubicBezTo>
                    <a:pt x="1382802" y="739102"/>
                    <a:pt x="1376899" y="753354"/>
                    <a:pt x="1366391" y="763862"/>
                  </a:cubicBezTo>
                  <a:cubicBezTo>
                    <a:pt x="1355882" y="774371"/>
                    <a:pt x="1341630" y="780274"/>
                    <a:pt x="1326769" y="780274"/>
                  </a:cubicBezTo>
                  <a:lnTo>
                    <a:pt x="56033" y="780274"/>
                  </a:lnTo>
                  <a:cubicBezTo>
                    <a:pt x="25087" y="780274"/>
                    <a:pt x="0" y="755187"/>
                    <a:pt x="0" y="724241"/>
                  </a:cubicBezTo>
                  <a:lnTo>
                    <a:pt x="0" y="56033"/>
                  </a:lnTo>
                  <a:cubicBezTo>
                    <a:pt x="0" y="41172"/>
                    <a:pt x="5903" y="26920"/>
                    <a:pt x="16412" y="16412"/>
                  </a:cubicBezTo>
                  <a:cubicBezTo>
                    <a:pt x="26920" y="5903"/>
                    <a:pt x="41172" y="0"/>
                    <a:pt x="5603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382802" cy="86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36639" y="5798154"/>
            <a:ext cx="5250328" cy="2962603"/>
            <a:chOff x="0" y="0"/>
            <a:chExt cx="1382802" cy="7802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2802" cy="780274"/>
            </a:xfrm>
            <a:custGeom>
              <a:avLst/>
              <a:gdLst/>
              <a:ahLst/>
              <a:cxnLst/>
              <a:rect r="r" b="b" t="t" l="l"/>
              <a:pathLst>
                <a:path h="780274" w="1382802">
                  <a:moveTo>
                    <a:pt x="56033" y="0"/>
                  </a:moveTo>
                  <a:lnTo>
                    <a:pt x="1326769" y="0"/>
                  </a:lnTo>
                  <a:cubicBezTo>
                    <a:pt x="1341630" y="0"/>
                    <a:pt x="1355882" y="5903"/>
                    <a:pt x="1366391" y="16412"/>
                  </a:cubicBezTo>
                  <a:cubicBezTo>
                    <a:pt x="1376899" y="26920"/>
                    <a:pt x="1382802" y="41172"/>
                    <a:pt x="1382802" y="56033"/>
                  </a:cubicBezTo>
                  <a:lnTo>
                    <a:pt x="1382802" y="724241"/>
                  </a:lnTo>
                  <a:cubicBezTo>
                    <a:pt x="1382802" y="739102"/>
                    <a:pt x="1376899" y="753354"/>
                    <a:pt x="1366391" y="763862"/>
                  </a:cubicBezTo>
                  <a:cubicBezTo>
                    <a:pt x="1355882" y="774371"/>
                    <a:pt x="1341630" y="780274"/>
                    <a:pt x="1326769" y="780274"/>
                  </a:cubicBezTo>
                  <a:lnTo>
                    <a:pt x="56033" y="780274"/>
                  </a:lnTo>
                  <a:cubicBezTo>
                    <a:pt x="25087" y="780274"/>
                    <a:pt x="0" y="755187"/>
                    <a:pt x="0" y="724241"/>
                  </a:cubicBezTo>
                  <a:lnTo>
                    <a:pt x="0" y="56033"/>
                  </a:lnTo>
                  <a:cubicBezTo>
                    <a:pt x="0" y="41172"/>
                    <a:pt x="5903" y="26920"/>
                    <a:pt x="16412" y="16412"/>
                  </a:cubicBezTo>
                  <a:cubicBezTo>
                    <a:pt x="26920" y="5903"/>
                    <a:pt x="41172" y="0"/>
                    <a:pt x="56033" y="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382802" cy="86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597389" y="5000886"/>
            <a:ext cx="2728827" cy="2278570"/>
          </a:xfrm>
          <a:custGeom>
            <a:avLst/>
            <a:gdLst/>
            <a:ahLst/>
            <a:cxnLst/>
            <a:rect r="r" b="b" t="t" l="l"/>
            <a:pathLst>
              <a:path h="2278570" w="2728827">
                <a:moveTo>
                  <a:pt x="0" y="0"/>
                </a:moveTo>
                <a:lnTo>
                  <a:pt x="2728827" y="0"/>
                </a:lnTo>
                <a:lnTo>
                  <a:pt x="2728827" y="2278570"/>
                </a:lnTo>
                <a:lnTo>
                  <a:pt x="0" y="2278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493547" y="790807"/>
            <a:ext cx="2680291" cy="2492671"/>
          </a:xfrm>
          <a:custGeom>
            <a:avLst/>
            <a:gdLst/>
            <a:ahLst/>
            <a:cxnLst/>
            <a:rect r="r" b="b" t="t" l="l"/>
            <a:pathLst>
              <a:path h="2492671" w="2680291">
                <a:moveTo>
                  <a:pt x="0" y="0"/>
                </a:moveTo>
                <a:lnTo>
                  <a:pt x="2680290" y="0"/>
                </a:lnTo>
                <a:lnTo>
                  <a:pt x="2680290" y="2492670"/>
                </a:lnTo>
                <a:lnTo>
                  <a:pt x="0" y="2492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5308026" y="1747515"/>
            <a:ext cx="1651572" cy="1535962"/>
          </a:xfrm>
          <a:custGeom>
            <a:avLst/>
            <a:gdLst/>
            <a:ahLst/>
            <a:cxnLst/>
            <a:rect r="r" b="b" t="t" l="l"/>
            <a:pathLst>
              <a:path h="1535962" w="1651572">
                <a:moveTo>
                  <a:pt x="1651572" y="0"/>
                </a:moveTo>
                <a:lnTo>
                  <a:pt x="0" y="0"/>
                </a:lnTo>
                <a:lnTo>
                  <a:pt x="0" y="1535962"/>
                </a:lnTo>
                <a:lnTo>
                  <a:pt x="1651572" y="1535962"/>
                </a:lnTo>
                <a:lnTo>
                  <a:pt x="165157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71020" y="5508214"/>
            <a:ext cx="2826592" cy="2158488"/>
          </a:xfrm>
          <a:custGeom>
            <a:avLst/>
            <a:gdLst/>
            <a:ahLst/>
            <a:cxnLst/>
            <a:rect r="r" b="b" t="t" l="l"/>
            <a:pathLst>
              <a:path h="2158488" w="2826592">
                <a:moveTo>
                  <a:pt x="0" y="0"/>
                </a:moveTo>
                <a:lnTo>
                  <a:pt x="2826592" y="0"/>
                </a:lnTo>
                <a:lnTo>
                  <a:pt x="2826592" y="2158488"/>
                </a:lnTo>
                <a:lnTo>
                  <a:pt x="0" y="21584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1905" y="2094947"/>
            <a:ext cx="5972607" cy="246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5"/>
              </a:lnSpc>
            </a:pPr>
            <a:r>
              <a:rPr lang="en-US" sz="10522">
                <a:solidFill>
                  <a:srgbClr val="F48A6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Roles de usuario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34692" y="7715040"/>
            <a:ext cx="3854221" cy="60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5"/>
              </a:lnSpc>
              <a:spcBef>
                <a:spcPct val="0"/>
              </a:spcBef>
            </a:pPr>
            <a:r>
              <a:rPr lang="en-US" sz="5039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Estudiante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35916" y="3769416"/>
            <a:ext cx="4796439" cy="60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5"/>
              </a:lnSpc>
            </a:pPr>
            <a:r>
              <a:rPr lang="en-US" sz="5039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Tutor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03879" y="9004098"/>
            <a:ext cx="5115847" cy="29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</a:pPr>
            <a:r>
              <a:rPr lang="en-US" sz="2523">
                <a:solidFill>
                  <a:srgbClr val="F48A6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Solicita y visualiza tutorías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3059" y="4701510"/>
            <a:ext cx="5722154" cy="29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</a:pPr>
            <a:r>
              <a:rPr lang="en-US" sz="2523">
                <a:solidFill>
                  <a:srgbClr val="F48A6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Gestiona agenda y registra avances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99568" y="9053773"/>
            <a:ext cx="4909911" cy="57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</a:pPr>
            <a:r>
              <a:rPr lang="en-US" sz="2523">
                <a:solidFill>
                  <a:srgbClr val="F48A6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Consulta reportes y seguimiento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8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921084">
            <a:off x="14922805" y="7200900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77381">
            <a:off x="410583" y="759233"/>
            <a:ext cx="3409116" cy="3485156"/>
          </a:xfrm>
          <a:custGeom>
            <a:avLst/>
            <a:gdLst/>
            <a:ahLst/>
            <a:cxnLst/>
            <a:rect r="r" b="b" t="t" l="l"/>
            <a:pathLst>
              <a:path h="3485156" w="3409116">
                <a:moveTo>
                  <a:pt x="0" y="0"/>
                </a:moveTo>
                <a:lnTo>
                  <a:pt x="3409116" y="0"/>
                </a:lnTo>
                <a:lnTo>
                  <a:pt x="3409116" y="3485155"/>
                </a:lnTo>
                <a:lnTo>
                  <a:pt x="0" y="3485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27689">
            <a:off x="14315305" y="262630"/>
            <a:ext cx="3216995" cy="3923165"/>
          </a:xfrm>
          <a:custGeom>
            <a:avLst/>
            <a:gdLst/>
            <a:ahLst/>
            <a:cxnLst/>
            <a:rect r="r" b="b" t="t" l="l"/>
            <a:pathLst>
              <a:path h="3923165" w="3216995">
                <a:moveTo>
                  <a:pt x="0" y="0"/>
                </a:moveTo>
                <a:lnTo>
                  <a:pt x="3216995" y="0"/>
                </a:lnTo>
                <a:lnTo>
                  <a:pt x="3216995" y="3923165"/>
                </a:lnTo>
                <a:lnTo>
                  <a:pt x="0" y="3923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97149" y="6800681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271501" y="4575284"/>
            <a:ext cx="5559921" cy="2299757"/>
            <a:chOff x="0" y="0"/>
            <a:chExt cx="5099441" cy="2109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270"/>
              <a:ext cx="5100711" cy="2108018"/>
            </a:xfrm>
            <a:custGeom>
              <a:avLst/>
              <a:gdLst/>
              <a:ahLst/>
              <a:cxnLst/>
              <a:rect r="r" b="b" t="t" l="l"/>
              <a:pathLst>
                <a:path h="2108018" w="5100711">
                  <a:moveTo>
                    <a:pt x="5089281" y="27940"/>
                  </a:moveTo>
                  <a:cubicBezTo>
                    <a:pt x="5080391" y="24130"/>
                    <a:pt x="5071501" y="21590"/>
                    <a:pt x="5062611" y="21590"/>
                  </a:cubicBezTo>
                  <a:cubicBezTo>
                    <a:pt x="5035941" y="20320"/>
                    <a:pt x="4960707" y="20320"/>
                    <a:pt x="4876669" y="17780"/>
                  </a:cubicBezTo>
                  <a:cubicBezTo>
                    <a:pt x="4684582" y="12700"/>
                    <a:pt x="4496497" y="6350"/>
                    <a:pt x="4304410" y="3810"/>
                  </a:cubicBezTo>
                  <a:cubicBezTo>
                    <a:pt x="4148339" y="1270"/>
                    <a:pt x="3996271" y="3810"/>
                    <a:pt x="3840200" y="2540"/>
                  </a:cubicBezTo>
                  <a:cubicBezTo>
                    <a:pt x="3772169" y="2540"/>
                    <a:pt x="3704138" y="0"/>
                    <a:pt x="3636108" y="2540"/>
                  </a:cubicBezTo>
                  <a:cubicBezTo>
                    <a:pt x="3472033" y="10160"/>
                    <a:pt x="3307959" y="11430"/>
                    <a:pt x="3139883" y="8890"/>
                  </a:cubicBezTo>
                  <a:cubicBezTo>
                    <a:pt x="3055845" y="7620"/>
                    <a:pt x="2971807" y="7620"/>
                    <a:pt x="2887769" y="7620"/>
                  </a:cubicBezTo>
                  <a:cubicBezTo>
                    <a:pt x="2735700" y="7620"/>
                    <a:pt x="2583631" y="7620"/>
                    <a:pt x="2431562" y="6350"/>
                  </a:cubicBezTo>
                  <a:cubicBezTo>
                    <a:pt x="2271490" y="5080"/>
                    <a:pt x="694776" y="2540"/>
                    <a:pt x="538705" y="1270"/>
                  </a:cubicBezTo>
                  <a:cubicBezTo>
                    <a:pt x="410648" y="0"/>
                    <a:pt x="286591" y="1270"/>
                    <a:pt x="158533" y="1270"/>
                  </a:cubicBezTo>
                  <a:cubicBezTo>
                    <a:pt x="70493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31333"/>
                    <a:pt x="16510" y="222056"/>
                    <a:pt x="17780" y="311187"/>
                  </a:cubicBezTo>
                  <a:cubicBezTo>
                    <a:pt x="19050" y="401910"/>
                    <a:pt x="17780" y="492632"/>
                    <a:pt x="16510" y="584947"/>
                  </a:cubicBezTo>
                  <a:cubicBezTo>
                    <a:pt x="15240" y="678853"/>
                    <a:pt x="2540" y="1664070"/>
                    <a:pt x="2540" y="1757976"/>
                  </a:cubicBezTo>
                  <a:cubicBezTo>
                    <a:pt x="2540" y="1850290"/>
                    <a:pt x="1270" y="1942604"/>
                    <a:pt x="0" y="2034919"/>
                  </a:cubicBezTo>
                  <a:cubicBezTo>
                    <a:pt x="0" y="2053408"/>
                    <a:pt x="3810" y="2063568"/>
                    <a:pt x="15240" y="2068648"/>
                  </a:cubicBezTo>
                  <a:cubicBezTo>
                    <a:pt x="22860" y="2072458"/>
                    <a:pt x="31750" y="2074998"/>
                    <a:pt x="40640" y="2076268"/>
                  </a:cubicBezTo>
                  <a:cubicBezTo>
                    <a:pt x="154531" y="2081348"/>
                    <a:pt x="306600" y="2085158"/>
                    <a:pt x="458669" y="2090238"/>
                  </a:cubicBezTo>
                  <a:cubicBezTo>
                    <a:pt x="542707" y="2092778"/>
                    <a:pt x="626745" y="2097858"/>
                    <a:pt x="710783" y="2099128"/>
                  </a:cubicBezTo>
                  <a:cubicBezTo>
                    <a:pt x="850847" y="2101668"/>
                    <a:pt x="2411553" y="2102938"/>
                    <a:pt x="2551617" y="2104208"/>
                  </a:cubicBezTo>
                  <a:cubicBezTo>
                    <a:pt x="2571626" y="2104208"/>
                    <a:pt x="2591635" y="2104208"/>
                    <a:pt x="2611644" y="2104208"/>
                  </a:cubicBezTo>
                  <a:cubicBezTo>
                    <a:pt x="2707687" y="2104208"/>
                    <a:pt x="2807732" y="2102938"/>
                    <a:pt x="2903776" y="2102938"/>
                  </a:cubicBezTo>
                  <a:cubicBezTo>
                    <a:pt x="3015827" y="2102938"/>
                    <a:pt x="3123875" y="2104208"/>
                    <a:pt x="3235926" y="2104208"/>
                  </a:cubicBezTo>
                  <a:cubicBezTo>
                    <a:pt x="3400001" y="2104208"/>
                    <a:pt x="3568077" y="2104208"/>
                    <a:pt x="3732151" y="2104208"/>
                  </a:cubicBezTo>
                  <a:cubicBezTo>
                    <a:pt x="3884220" y="2104208"/>
                    <a:pt x="4036289" y="2105478"/>
                    <a:pt x="4188358" y="2106748"/>
                  </a:cubicBezTo>
                  <a:cubicBezTo>
                    <a:pt x="4256388" y="2106748"/>
                    <a:pt x="4328421" y="2108018"/>
                    <a:pt x="4396451" y="2108018"/>
                  </a:cubicBezTo>
                  <a:cubicBezTo>
                    <a:pt x="4616551" y="2106748"/>
                    <a:pt x="4832649" y="2100398"/>
                    <a:pt x="5039751" y="2100398"/>
                  </a:cubicBezTo>
                  <a:cubicBezTo>
                    <a:pt x="5043561" y="2100398"/>
                    <a:pt x="5048641" y="2097858"/>
                    <a:pt x="5052451" y="2095318"/>
                  </a:cubicBezTo>
                  <a:cubicBezTo>
                    <a:pt x="5057531" y="2091508"/>
                    <a:pt x="5060071" y="2085158"/>
                    <a:pt x="5062611" y="2082618"/>
                  </a:cubicBezTo>
                  <a:cubicBezTo>
                    <a:pt x="5063881" y="2023777"/>
                    <a:pt x="5065151" y="1956929"/>
                    <a:pt x="5066421" y="1890080"/>
                  </a:cubicBezTo>
                  <a:cubicBezTo>
                    <a:pt x="5067691" y="1786625"/>
                    <a:pt x="5077851" y="793450"/>
                    <a:pt x="5079121" y="689994"/>
                  </a:cubicBezTo>
                  <a:cubicBezTo>
                    <a:pt x="5079121" y="627920"/>
                    <a:pt x="5080391" y="565847"/>
                    <a:pt x="5081661" y="503774"/>
                  </a:cubicBezTo>
                  <a:cubicBezTo>
                    <a:pt x="5082931" y="436925"/>
                    <a:pt x="5084201" y="370077"/>
                    <a:pt x="5086741" y="303229"/>
                  </a:cubicBezTo>
                  <a:cubicBezTo>
                    <a:pt x="5088011" y="263438"/>
                    <a:pt x="5088011" y="222056"/>
                    <a:pt x="5093091" y="182265"/>
                  </a:cubicBezTo>
                  <a:cubicBezTo>
                    <a:pt x="5098171" y="134516"/>
                    <a:pt x="5100711" y="88359"/>
                    <a:pt x="5099441" y="44450"/>
                  </a:cubicBezTo>
                  <a:cubicBezTo>
                    <a:pt x="5099441" y="38100"/>
                    <a:pt x="5095631" y="30480"/>
                    <a:pt x="508928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59792" y="4273041"/>
            <a:ext cx="4983341" cy="51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b="true" sz="2742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Frontend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07305" y="1659446"/>
            <a:ext cx="10667386" cy="227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3"/>
              </a:lnSpc>
            </a:pPr>
            <a:r>
              <a:rPr lang="en-US" sz="9678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ARQUITECTURA DEL SISTEMA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4751" y="5019677"/>
            <a:ext cx="4833422" cy="145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b="true" sz="4074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React + Vite + TailwindCSS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40998" y="4575284"/>
            <a:ext cx="5559921" cy="2299757"/>
            <a:chOff x="0" y="0"/>
            <a:chExt cx="5099441" cy="2109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-1270"/>
              <a:ext cx="5100711" cy="2108018"/>
            </a:xfrm>
            <a:custGeom>
              <a:avLst/>
              <a:gdLst/>
              <a:ahLst/>
              <a:cxnLst/>
              <a:rect r="r" b="b" t="t" l="l"/>
              <a:pathLst>
                <a:path h="2108018" w="5100711">
                  <a:moveTo>
                    <a:pt x="5089281" y="27940"/>
                  </a:moveTo>
                  <a:cubicBezTo>
                    <a:pt x="5080391" y="24130"/>
                    <a:pt x="5071501" y="21590"/>
                    <a:pt x="5062611" y="21590"/>
                  </a:cubicBezTo>
                  <a:cubicBezTo>
                    <a:pt x="5035941" y="20320"/>
                    <a:pt x="4960707" y="20320"/>
                    <a:pt x="4876669" y="17780"/>
                  </a:cubicBezTo>
                  <a:cubicBezTo>
                    <a:pt x="4684582" y="12700"/>
                    <a:pt x="4496497" y="6350"/>
                    <a:pt x="4304410" y="3810"/>
                  </a:cubicBezTo>
                  <a:cubicBezTo>
                    <a:pt x="4148339" y="1270"/>
                    <a:pt x="3996271" y="3810"/>
                    <a:pt x="3840200" y="2540"/>
                  </a:cubicBezTo>
                  <a:cubicBezTo>
                    <a:pt x="3772169" y="2540"/>
                    <a:pt x="3704138" y="0"/>
                    <a:pt x="3636108" y="2540"/>
                  </a:cubicBezTo>
                  <a:cubicBezTo>
                    <a:pt x="3472033" y="10160"/>
                    <a:pt x="3307959" y="11430"/>
                    <a:pt x="3139883" y="8890"/>
                  </a:cubicBezTo>
                  <a:cubicBezTo>
                    <a:pt x="3055845" y="7620"/>
                    <a:pt x="2971807" y="7620"/>
                    <a:pt x="2887769" y="7620"/>
                  </a:cubicBezTo>
                  <a:cubicBezTo>
                    <a:pt x="2735700" y="7620"/>
                    <a:pt x="2583631" y="7620"/>
                    <a:pt x="2431562" y="6350"/>
                  </a:cubicBezTo>
                  <a:cubicBezTo>
                    <a:pt x="2271490" y="5080"/>
                    <a:pt x="694776" y="2540"/>
                    <a:pt x="538705" y="1270"/>
                  </a:cubicBezTo>
                  <a:cubicBezTo>
                    <a:pt x="410648" y="0"/>
                    <a:pt x="286591" y="1270"/>
                    <a:pt x="158533" y="1270"/>
                  </a:cubicBezTo>
                  <a:cubicBezTo>
                    <a:pt x="70493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31333"/>
                    <a:pt x="16510" y="222056"/>
                    <a:pt x="17780" y="311187"/>
                  </a:cubicBezTo>
                  <a:cubicBezTo>
                    <a:pt x="19050" y="401910"/>
                    <a:pt x="17780" y="492632"/>
                    <a:pt x="16510" y="584947"/>
                  </a:cubicBezTo>
                  <a:cubicBezTo>
                    <a:pt x="15240" y="678853"/>
                    <a:pt x="2540" y="1664070"/>
                    <a:pt x="2540" y="1757976"/>
                  </a:cubicBezTo>
                  <a:cubicBezTo>
                    <a:pt x="2540" y="1850290"/>
                    <a:pt x="1270" y="1942604"/>
                    <a:pt x="0" y="2034919"/>
                  </a:cubicBezTo>
                  <a:cubicBezTo>
                    <a:pt x="0" y="2053408"/>
                    <a:pt x="3810" y="2063568"/>
                    <a:pt x="15240" y="2068648"/>
                  </a:cubicBezTo>
                  <a:cubicBezTo>
                    <a:pt x="22860" y="2072458"/>
                    <a:pt x="31750" y="2074998"/>
                    <a:pt x="40640" y="2076268"/>
                  </a:cubicBezTo>
                  <a:cubicBezTo>
                    <a:pt x="154531" y="2081348"/>
                    <a:pt x="306600" y="2085158"/>
                    <a:pt x="458669" y="2090238"/>
                  </a:cubicBezTo>
                  <a:cubicBezTo>
                    <a:pt x="542707" y="2092778"/>
                    <a:pt x="626745" y="2097858"/>
                    <a:pt x="710783" y="2099128"/>
                  </a:cubicBezTo>
                  <a:cubicBezTo>
                    <a:pt x="850847" y="2101668"/>
                    <a:pt x="2411553" y="2102938"/>
                    <a:pt x="2551617" y="2104208"/>
                  </a:cubicBezTo>
                  <a:cubicBezTo>
                    <a:pt x="2571626" y="2104208"/>
                    <a:pt x="2591635" y="2104208"/>
                    <a:pt x="2611644" y="2104208"/>
                  </a:cubicBezTo>
                  <a:cubicBezTo>
                    <a:pt x="2707687" y="2104208"/>
                    <a:pt x="2807732" y="2102938"/>
                    <a:pt x="2903776" y="2102938"/>
                  </a:cubicBezTo>
                  <a:cubicBezTo>
                    <a:pt x="3015827" y="2102938"/>
                    <a:pt x="3123875" y="2104208"/>
                    <a:pt x="3235926" y="2104208"/>
                  </a:cubicBezTo>
                  <a:cubicBezTo>
                    <a:pt x="3400001" y="2104208"/>
                    <a:pt x="3568077" y="2104208"/>
                    <a:pt x="3732151" y="2104208"/>
                  </a:cubicBezTo>
                  <a:cubicBezTo>
                    <a:pt x="3884220" y="2104208"/>
                    <a:pt x="4036289" y="2105478"/>
                    <a:pt x="4188358" y="2106748"/>
                  </a:cubicBezTo>
                  <a:cubicBezTo>
                    <a:pt x="4256388" y="2106748"/>
                    <a:pt x="4328421" y="2108018"/>
                    <a:pt x="4396451" y="2108018"/>
                  </a:cubicBezTo>
                  <a:cubicBezTo>
                    <a:pt x="4616551" y="2106748"/>
                    <a:pt x="4832649" y="2100398"/>
                    <a:pt x="5039751" y="2100398"/>
                  </a:cubicBezTo>
                  <a:cubicBezTo>
                    <a:pt x="5043561" y="2100398"/>
                    <a:pt x="5048641" y="2097858"/>
                    <a:pt x="5052451" y="2095318"/>
                  </a:cubicBezTo>
                  <a:cubicBezTo>
                    <a:pt x="5057531" y="2091508"/>
                    <a:pt x="5060071" y="2085158"/>
                    <a:pt x="5062611" y="2082618"/>
                  </a:cubicBezTo>
                  <a:cubicBezTo>
                    <a:pt x="5063881" y="2023777"/>
                    <a:pt x="5065151" y="1956929"/>
                    <a:pt x="5066421" y="1890080"/>
                  </a:cubicBezTo>
                  <a:cubicBezTo>
                    <a:pt x="5067691" y="1786625"/>
                    <a:pt x="5077851" y="793450"/>
                    <a:pt x="5079121" y="689994"/>
                  </a:cubicBezTo>
                  <a:cubicBezTo>
                    <a:pt x="5079121" y="627920"/>
                    <a:pt x="5080391" y="565847"/>
                    <a:pt x="5081661" y="503774"/>
                  </a:cubicBezTo>
                  <a:cubicBezTo>
                    <a:pt x="5082931" y="436925"/>
                    <a:pt x="5084201" y="370077"/>
                    <a:pt x="5086741" y="303229"/>
                  </a:cubicBezTo>
                  <a:cubicBezTo>
                    <a:pt x="5088011" y="263438"/>
                    <a:pt x="5088011" y="222056"/>
                    <a:pt x="5093091" y="182265"/>
                  </a:cubicBezTo>
                  <a:cubicBezTo>
                    <a:pt x="5098171" y="134516"/>
                    <a:pt x="5100711" y="88359"/>
                    <a:pt x="5099441" y="44450"/>
                  </a:cubicBezTo>
                  <a:cubicBezTo>
                    <a:pt x="5099441" y="38100"/>
                    <a:pt x="5095631" y="30480"/>
                    <a:pt x="508928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29288" y="4273041"/>
            <a:ext cx="4983341" cy="51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b="true" sz="2742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Backend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8019" y="5067036"/>
            <a:ext cx="5196672" cy="145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b="true" sz="4074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NestJS (TypeScript) + Prisma ORM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271501" y="7396357"/>
            <a:ext cx="5559921" cy="2299757"/>
            <a:chOff x="0" y="0"/>
            <a:chExt cx="5099441" cy="2109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-1270"/>
              <a:ext cx="5100711" cy="2108018"/>
            </a:xfrm>
            <a:custGeom>
              <a:avLst/>
              <a:gdLst/>
              <a:ahLst/>
              <a:cxnLst/>
              <a:rect r="r" b="b" t="t" l="l"/>
              <a:pathLst>
                <a:path h="2108018" w="5100711">
                  <a:moveTo>
                    <a:pt x="5089281" y="27940"/>
                  </a:moveTo>
                  <a:cubicBezTo>
                    <a:pt x="5080391" y="24130"/>
                    <a:pt x="5071501" y="21590"/>
                    <a:pt x="5062611" y="21590"/>
                  </a:cubicBezTo>
                  <a:cubicBezTo>
                    <a:pt x="5035941" y="20320"/>
                    <a:pt x="4960707" y="20320"/>
                    <a:pt x="4876669" y="17780"/>
                  </a:cubicBezTo>
                  <a:cubicBezTo>
                    <a:pt x="4684582" y="12700"/>
                    <a:pt x="4496497" y="6350"/>
                    <a:pt x="4304410" y="3810"/>
                  </a:cubicBezTo>
                  <a:cubicBezTo>
                    <a:pt x="4148339" y="1270"/>
                    <a:pt x="3996271" y="3810"/>
                    <a:pt x="3840200" y="2540"/>
                  </a:cubicBezTo>
                  <a:cubicBezTo>
                    <a:pt x="3772169" y="2540"/>
                    <a:pt x="3704138" y="0"/>
                    <a:pt x="3636108" y="2540"/>
                  </a:cubicBezTo>
                  <a:cubicBezTo>
                    <a:pt x="3472033" y="10160"/>
                    <a:pt x="3307959" y="11430"/>
                    <a:pt x="3139883" y="8890"/>
                  </a:cubicBezTo>
                  <a:cubicBezTo>
                    <a:pt x="3055845" y="7620"/>
                    <a:pt x="2971807" y="7620"/>
                    <a:pt x="2887769" y="7620"/>
                  </a:cubicBezTo>
                  <a:cubicBezTo>
                    <a:pt x="2735700" y="7620"/>
                    <a:pt x="2583631" y="7620"/>
                    <a:pt x="2431562" y="6350"/>
                  </a:cubicBezTo>
                  <a:cubicBezTo>
                    <a:pt x="2271490" y="5080"/>
                    <a:pt x="694776" y="2540"/>
                    <a:pt x="538705" y="1270"/>
                  </a:cubicBezTo>
                  <a:cubicBezTo>
                    <a:pt x="410648" y="0"/>
                    <a:pt x="286591" y="1270"/>
                    <a:pt x="158533" y="1270"/>
                  </a:cubicBezTo>
                  <a:cubicBezTo>
                    <a:pt x="70493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31333"/>
                    <a:pt x="16510" y="222056"/>
                    <a:pt x="17780" y="311187"/>
                  </a:cubicBezTo>
                  <a:cubicBezTo>
                    <a:pt x="19050" y="401910"/>
                    <a:pt x="17780" y="492632"/>
                    <a:pt x="16510" y="584947"/>
                  </a:cubicBezTo>
                  <a:cubicBezTo>
                    <a:pt x="15240" y="678853"/>
                    <a:pt x="2540" y="1664070"/>
                    <a:pt x="2540" y="1757976"/>
                  </a:cubicBezTo>
                  <a:cubicBezTo>
                    <a:pt x="2540" y="1850290"/>
                    <a:pt x="1270" y="1942604"/>
                    <a:pt x="0" y="2034919"/>
                  </a:cubicBezTo>
                  <a:cubicBezTo>
                    <a:pt x="0" y="2053408"/>
                    <a:pt x="3810" y="2063568"/>
                    <a:pt x="15240" y="2068648"/>
                  </a:cubicBezTo>
                  <a:cubicBezTo>
                    <a:pt x="22860" y="2072458"/>
                    <a:pt x="31750" y="2074998"/>
                    <a:pt x="40640" y="2076268"/>
                  </a:cubicBezTo>
                  <a:cubicBezTo>
                    <a:pt x="154531" y="2081348"/>
                    <a:pt x="306600" y="2085158"/>
                    <a:pt x="458669" y="2090238"/>
                  </a:cubicBezTo>
                  <a:cubicBezTo>
                    <a:pt x="542707" y="2092778"/>
                    <a:pt x="626745" y="2097858"/>
                    <a:pt x="710783" y="2099128"/>
                  </a:cubicBezTo>
                  <a:cubicBezTo>
                    <a:pt x="850847" y="2101668"/>
                    <a:pt x="2411553" y="2102938"/>
                    <a:pt x="2551617" y="2104208"/>
                  </a:cubicBezTo>
                  <a:cubicBezTo>
                    <a:pt x="2571626" y="2104208"/>
                    <a:pt x="2591635" y="2104208"/>
                    <a:pt x="2611644" y="2104208"/>
                  </a:cubicBezTo>
                  <a:cubicBezTo>
                    <a:pt x="2707687" y="2104208"/>
                    <a:pt x="2807732" y="2102938"/>
                    <a:pt x="2903776" y="2102938"/>
                  </a:cubicBezTo>
                  <a:cubicBezTo>
                    <a:pt x="3015827" y="2102938"/>
                    <a:pt x="3123875" y="2104208"/>
                    <a:pt x="3235926" y="2104208"/>
                  </a:cubicBezTo>
                  <a:cubicBezTo>
                    <a:pt x="3400001" y="2104208"/>
                    <a:pt x="3568077" y="2104208"/>
                    <a:pt x="3732151" y="2104208"/>
                  </a:cubicBezTo>
                  <a:cubicBezTo>
                    <a:pt x="3884220" y="2104208"/>
                    <a:pt x="4036289" y="2105478"/>
                    <a:pt x="4188358" y="2106748"/>
                  </a:cubicBezTo>
                  <a:cubicBezTo>
                    <a:pt x="4256388" y="2106748"/>
                    <a:pt x="4328421" y="2108018"/>
                    <a:pt x="4396451" y="2108018"/>
                  </a:cubicBezTo>
                  <a:cubicBezTo>
                    <a:pt x="4616551" y="2106748"/>
                    <a:pt x="4832649" y="2100398"/>
                    <a:pt x="5039751" y="2100398"/>
                  </a:cubicBezTo>
                  <a:cubicBezTo>
                    <a:pt x="5043561" y="2100398"/>
                    <a:pt x="5048641" y="2097858"/>
                    <a:pt x="5052451" y="2095318"/>
                  </a:cubicBezTo>
                  <a:cubicBezTo>
                    <a:pt x="5057531" y="2091508"/>
                    <a:pt x="5060071" y="2085158"/>
                    <a:pt x="5062611" y="2082618"/>
                  </a:cubicBezTo>
                  <a:cubicBezTo>
                    <a:pt x="5063881" y="2023777"/>
                    <a:pt x="5065151" y="1956929"/>
                    <a:pt x="5066421" y="1890080"/>
                  </a:cubicBezTo>
                  <a:cubicBezTo>
                    <a:pt x="5067691" y="1786625"/>
                    <a:pt x="5077851" y="793450"/>
                    <a:pt x="5079121" y="689994"/>
                  </a:cubicBezTo>
                  <a:cubicBezTo>
                    <a:pt x="5079121" y="627920"/>
                    <a:pt x="5080391" y="565847"/>
                    <a:pt x="5081661" y="503774"/>
                  </a:cubicBezTo>
                  <a:cubicBezTo>
                    <a:pt x="5082931" y="436925"/>
                    <a:pt x="5084201" y="370077"/>
                    <a:pt x="5086741" y="303229"/>
                  </a:cubicBezTo>
                  <a:cubicBezTo>
                    <a:pt x="5088011" y="263438"/>
                    <a:pt x="5088011" y="222056"/>
                    <a:pt x="5093091" y="182265"/>
                  </a:cubicBezTo>
                  <a:cubicBezTo>
                    <a:pt x="5098171" y="134516"/>
                    <a:pt x="5100711" y="88359"/>
                    <a:pt x="5099441" y="44450"/>
                  </a:cubicBezTo>
                  <a:cubicBezTo>
                    <a:pt x="5099441" y="38100"/>
                    <a:pt x="5095631" y="30480"/>
                    <a:pt x="508928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559792" y="7094115"/>
            <a:ext cx="4983341" cy="51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b="true" sz="2742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Base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34751" y="7888110"/>
            <a:ext cx="4833422" cy="145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1"/>
              </a:lnSpc>
            </a:pPr>
            <a:r>
              <a:rPr lang="en-US" b="true" sz="4070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PostgreSQL (Docker)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40998" y="7440263"/>
            <a:ext cx="5559921" cy="2299757"/>
            <a:chOff x="0" y="0"/>
            <a:chExt cx="5099441" cy="2109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-1270"/>
              <a:ext cx="5100711" cy="2108018"/>
            </a:xfrm>
            <a:custGeom>
              <a:avLst/>
              <a:gdLst/>
              <a:ahLst/>
              <a:cxnLst/>
              <a:rect r="r" b="b" t="t" l="l"/>
              <a:pathLst>
                <a:path h="2108018" w="5100711">
                  <a:moveTo>
                    <a:pt x="5089281" y="27940"/>
                  </a:moveTo>
                  <a:cubicBezTo>
                    <a:pt x="5080391" y="24130"/>
                    <a:pt x="5071501" y="21590"/>
                    <a:pt x="5062611" y="21590"/>
                  </a:cubicBezTo>
                  <a:cubicBezTo>
                    <a:pt x="5035941" y="20320"/>
                    <a:pt x="4960707" y="20320"/>
                    <a:pt x="4876669" y="17780"/>
                  </a:cubicBezTo>
                  <a:cubicBezTo>
                    <a:pt x="4684582" y="12700"/>
                    <a:pt x="4496497" y="6350"/>
                    <a:pt x="4304410" y="3810"/>
                  </a:cubicBezTo>
                  <a:cubicBezTo>
                    <a:pt x="4148339" y="1270"/>
                    <a:pt x="3996271" y="3810"/>
                    <a:pt x="3840200" y="2540"/>
                  </a:cubicBezTo>
                  <a:cubicBezTo>
                    <a:pt x="3772169" y="2540"/>
                    <a:pt x="3704138" y="0"/>
                    <a:pt x="3636108" y="2540"/>
                  </a:cubicBezTo>
                  <a:cubicBezTo>
                    <a:pt x="3472033" y="10160"/>
                    <a:pt x="3307959" y="11430"/>
                    <a:pt x="3139883" y="8890"/>
                  </a:cubicBezTo>
                  <a:cubicBezTo>
                    <a:pt x="3055845" y="7620"/>
                    <a:pt x="2971807" y="7620"/>
                    <a:pt x="2887769" y="7620"/>
                  </a:cubicBezTo>
                  <a:cubicBezTo>
                    <a:pt x="2735700" y="7620"/>
                    <a:pt x="2583631" y="7620"/>
                    <a:pt x="2431562" y="6350"/>
                  </a:cubicBezTo>
                  <a:cubicBezTo>
                    <a:pt x="2271490" y="5080"/>
                    <a:pt x="694776" y="2540"/>
                    <a:pt x="538705" y="1270"/>
                  </a:cubicBezTo>
                  <a:cubicBezTo>
                    <a:pt x="410648" y="0"/>
                    <a:pt x="286591" y="1270"/>
                    <a:pt x="158533" y="1270"/>
                  </a:cubicBezTo>
                  <a:cubicBezTo>
                    <a:pt x="70493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31333"/>
                    <a:pt x="16510" y="222056"/>
                    <a:pt x="17780" y="311187"/>
                  </a:cubicBezTo>
                  <a:cubicBezTo>
                    <a:pt x="19050" y="401910"/>
                    <a:pt x="17780" y="492632"/>
                    <a:pt x="16510" y="584947"/>
                  </a:cubicBezTo>
                  <a:cubicBezTo>
                    <a:pt x="15240" y="678853"/>
                    <a:pt x="2540" y="1664070"/>
                    <a:pt x="2540" y="1757976"/>
                  </a:cubicBezTo>
                  <a:cubicBezTo>
                    <a:pt x="2540" y="1850290"/>
                    <a:pt x="1270" y="1942604"/>
                    <a:pt x="0" y="2034919"/>
                  </a:cubicBezTo>
                  <a:cubicBezTo>
                    <a:pt x="0" y="2053408"/>
                    <a:pt x="3810" y="2063568"/>
                    <a:pt x="15240" y="2068648"/>
                  </a:cubicBezTo>
                  <a:cubicBezTo>
                    <a:pt x="22860" y="2072458"/>
                    <a:pt x="31750" y="2074998"/>
                    <a:pt x="40640" y="2076268"/>
                  </a:cubicBezTo>
                  <a:cubicBezTo>
                    <a:pt x="154531" y="2081348"/>
                    <a:pt x="306600" y="2085158"/>
                    <a:pt x="458669" y="2090238"/>
                  </a:cubicBezTo>
                  <a:cubicBezTo>
                    <a:pt x="542707" y="2092778"/>
                    <a:pt x="626745" y="2097858"/>
                    <a:pt x="710783" y="2099128"/>
                  </a:cubicBezTo>
                  <a:cubicBezTo>
                    <a:pt x="850847" y="2101668"/>
                    <a:pt x="2411553" y="2102938"/>
                    <a:pt x="2551617" y="2104208"/>
                  </a:cubicBezTo>
                  <a:cubicBezTo>
                    <a:pt x="2571626" y="2104208"/>
                    <a:pt x="2591635" y="2104208"/>
                    <a:pt x="2611644" y="2104208"/>
                  </a:cubicBezTo>
                  <a:cubicBezTo>
                    <a:pt x="2707687" y="2104208"/>
                    <a:pt x="2807732" y="2102938"/>
                    <a:pt x="2903776" y="2102938"/>
                  </a:cubicBezTo>
                  <a:cubicBezTo>
                    <a:pt x="3015827" y="2102938"/>
                    <a:pt x="3123875" y="2104208"/>
                    <a:pt x="3235926" y="2104208"/>
                  </a:cubicBezTo>
                  <a:cubicBezTo>
                    <a:pt x="3400001" y="2104208"/>
                    <a:pt x="3568077" y="2104208"/>
                    <a:pt x="3732151" y="2104208"/>
                  </a:cubicBezTo>
                  <a:cubicBezTo>
                    <a:pt x="3884220" y="2104208"/>
                    <a:pt x="4036289" y="2105478"/>
                    <a:pt x="4188358" y="2106748"/>
                  </a:cubicBezTo>
                  <a:cubicBezTo>
                    <a:pt x="4256388" y="2106748"/>
                    <a:pt x="4328421" y="2108018"/>
                    <a:pt x="4396451" y="2108018"/>
                  </a:cubicBezTo>
                  <a:cubicBezTo>
                    <a:pt x="4616551" y="2106748"/>
                    <a:pt x="4832649" y="2100398"/>
                    <a:pt x="5039751" y="2100398"/>
                  </a:cubicBezTo>
                  <a:cubicBezTo>
                    <a:pt x="5043561" y="2100398"/>
                    <a:pt x="5048641" y="2097858"/>
                    <a:pt x="5052451" y="2095318"/>
                  </a:cubicBezTo>
                  <a:cubicBezTo>
                    <a:pt x="5057531" y="2091508"/>
                    <a:pt x="5060071" y="2085158"/>
                    <a:pt x="5062611" y="2082618"/>
                  </a:cubicBezTo>
                  <a:cubicBezTo>
                    <a:pt x="5063881" y="2023777"/>
                    <a:pt x="5065151" y="1956929"/>
                    <a:pt x="5066421" y="1890080"/>
                  </a:cubicBezTo>
                  <a:cubicBezTo>
                    <a:pt x="5067691" y="1786625"/>
                    <a:pt x="5077851" y="793450"/>
                    <a:pt x="5079121" y="689994"/>
                  </a:cubicBezTo>
                  <a:cubicBezTo>
                    <a:pt x="5079121" y="627920"/>
                    <a:pt x="5080391" y="565847"/>
                    <a:pt x="5081661" y="503774"/>
                  </a:cubicBezTo>
                  <a:cubicBezTo>
                    <a:pt x="5082931" y="436925"/>
                    <a:pt x="5084201" y="370077"/>
                    <a:pt x="5086741" y="303229"/>
                  </a:cubicBezTo>
                  <a:cubicBezTo>
                    <a:pt x="5088011" y="263438"/>
                    <a:pt x="5088011" y="222056"/>
                    <a:pt x="5093091" y="182265"/>
                  </a:cubicBezTo>
                  <a:cubicBezTo>
                    <a:pt x="5098171" y="134516"/>
                    <a:pt x="5100711" y="88359"/>
                    <a:pt x="5099441" y="44450"/>
                  </a:cubicBezTo>
                  <a:cubicBezTo>
                    <a:pt x="5099441" y="38100"/>
                    <a:pt x="5095631" y="30480"/>
                    <a:pt x="508928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29288" y="7138021"/>
            <a:ext cx="4983341" cy="51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b="true" sz="2742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Control de versiones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4247" y="8226278"/>
            <a:ext cx="4833422" cy="78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b="true" sz="4074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Git + GitHub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1017" y="2499163"/>
            <a:ext cx="12785965" cy="6759137"/>
            <a:chOff x="0" y="0"/>
            <a:chExt cx="5099441" cy="26957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5100711" cy="2694484"/>
            </a:xfrm>
            <a:custGeom>
              <a:avLst/>
              <a:gdLst/>
              <a:ahLst/>
              <a:cxnLst/>
              <a:rect r="r" b="b" t="t" l="l"/>
              <a:pathLst>
                <a:path h="2694484" w="5100711">
                  <a:moveTo>
                    <a:pt x="5089281" y="27940"/>
                  </a:moveTo>
                  <a:cubicBezTo>
                    <a:pt x="5080391" y="24130"/>
                    <a:pt x="5071501" y="21590"/>
                    <a:pt x="5062611" y="21590"/>
                  </a:cubicBezTo>
                  <a:cubicBezTo>
                    <a:pt x="5035941" y="20320"/>
                    <a:pt x="4960707" y="20320"/>
                    <a:pt x="4876669" y="17780"/>
                  </a:cubicBezTo>
                  <a:cubicBezTo>
                    <a:pt x="4684582" y="12700"/>
                    <a:pt x="4496497" y="6350"/>
                    <a:pt x="4304410" y="3810"/>
                  </a:cubicBezTo>
                  <a:cubicBezTo>
                    <a:pt x="4148339" y="1270"/>
                    <a:pt x="3996271" y="3810"/>
                    <a:pt x="3840200" y="2540"/>
                  </a:cubicBezTo>
                  <a:cubicBezTo>
                    <a:pt x="3772169" y="2540"/>
                    <a:pt x="3704138" y="0"/>
                    <a:pt x="3636108" y="2540"/>
                  </a:cubicBezTo>
                  <a:cubicBezTo>
                    <a:pt x="3472033" y="10160"/>
                    <a:pt x="3307959" y="11430"/>
                    <a:pt x="3139883" y="8890"/>
                  </a:cubicBezTo>
                  <a:cubicBezTo>
                    <a:pt x="3055845" y="7620"/>
                    <a:pt x="2971807" y="7620"/>
                    <a:pt x="2887769" y="7620"/>
                  </a:cubicBezTo>
                  <a:cubicBezTo>
                    <a:pt x="2735700" y="7620"/>
                    <a:pt x="2583631" y="7620"/>
                    <a:pt x="2431562" y="6350"/>
                  </a:cubicBezTo>
                  <a:cubicBezTo>
                    <a:pt x="2271490" y="5080"/>
                    <a:pt x="694776" y="2540"/>
                    <a:pt x="538705" y="1270"/>
                  </a:cubicBezTo>
                  <a:cubicBezTo>
                    <a:pt x="410648" y="0"/>
                    <a:pt x="286591" y="1270"/>
                    <a:pt x="158533" y="1270"/>
                  </a:cubicBezTo>
                  <a:cubicBezTo>
                    <a:pt x="70493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50726"/>
                    <a:pt x="16510" y="268337"/>
                    <a:pt x="17780" y="383884"/>
                  </a:cubicBezTo>
                  <a:cubicBezTo>
                    <a:pt x="19050" y="501494"/>
                    <a:pt x="17780" y="619105"/>
                    <a:pt x="16510" y="738779"/>
                  </a:cubicBezTo>
                  <a:cubicBezTo>
                    <a:pt x="15240" y="860516"/>
                    <a:pt x="2540" y="2137724"/>
                    <a:pt x="2540" y="2259461"/>
                  </a:cubicBezTo>
                  <a:cubicBezTo>
                    <a:pt x="2540" y="2379134"/>
                    <a:pt x="1270" y="2498808"/>
                    <a:pt x="0" y="2618482"/>
                  </a:cubicBezTo>
                  <a:cubicBezTo>
                    <a:pt x="0" y="2639874"/>
                    <a:pt x="3810" y="2650034"/>
                    <a:pt x="15240" y="2655114"/>
                  </a:cubicBezTo>
                  <a:cubicBezTo>
                    <a:pt x="22860" y="2658924"/>
                    <a:pt x="31750" y="2661464"/>
                    <a:pt x="40640" y="2662734"/>
                  </a:cubicBezTo>
                  <a:cubicBezTo>
                    <a:pt x="154531" y="2667814"/>
                    <a:pt x="306600" y="2671624"/>
                    <a:pt x="458669" y="2676704"/>
                  </a:cubicBezTo>
                  <a:cubicBezTo>
                    <a:pt x="542707" y="2679244"/>
                    <a:pt x="626745" y="2684324"/>
                    <a:pt x="710783" y="2685594"/>
                  </a:cubicBezTo>
                  <a:cubicBezTo>
                    <a:pt x="850847" y="2688134"/>
                    <a:pt x="2411553" y="2689404"/>
                    <a:pt x="2551617" y="2690674"/>
                  </a:cubicBezTo>
                  <a:cubicBezTo>
                    <a:pt x="2571626" y="2690674"/>
                    <a:pt x="2591635" y="2690674"/>
                    <a:pt x="2611644" y="2690674"/>
                  </a:cubicBezTo>
                  <a:cubicBezTo>
                    <a:pt x="2707687" y="2690674"/>
                    <a:pt x="2807732" y="2689404"/>
                    <a:pt x="2903776" y="2689404"/>
                  </a:cubicBezTo>
                  <a:cubicBezTo>
                    <a:pt x="3015827" y="2689404"/>
                    <a:pt x="3123875" y="2690674"/>
                    <a:pt x="3235926" y="2690674"/>
                  </a:cubicBezTo>
                  <a:cubicBezTo>
                    <a:pt x="3400001" y="2690674"/>
                    <a:pt x="3568077" y="2690674"/>
                    <a:pt x="3732151" y="2690674"/>
                  </a:cubicBezTo>
                  <a:cubicBezTo>
                    <a:pt x="3884220" y="2690674"/>
                    <a:pt x="4036289" y="2691944"/>
                    <a:pt x="4188358" y="2693214"/>
                  </a:cubicBezTo>
                  <a:cubicBezTo>
                    <a:pt x="4256388" y="2693214"/>
                    <a:pt x="4328421" y="2694484"/>
                    <a:pt x="4396451" y="2694484"/>
                  </a:cubicBezTo>
                  <a:cubicBezTo>
                    <a:pt x="4616551" y="2693214"/>
                    <a:pt x="4832649" y="2686864"/>
                    <a:pt x="5039751" y="2686864"/>
                  </a:cubicBezTo>
                  <a:cubicBezTo>
                    <a:pt x="5043561" y="2686864"/>
                    <a:pt x="5048641" y="2684324"/>
                    <a:pt x="5052451" y="2681784"/>
                  </a:cubicBezTo>
                  <a:cubicBezTo>
                    <a:pt x="5057531" y="2677974"/>
                    <a:pt x="5060071" y="2671624"/>
                    <a:pt x="5062611" y="2669084"/>
                  </a:cubicBezTo>
                  <a:cubicBezTo>
                    <a:pt x="5063881" y="2604038"/>
                    <a:pt x="5065151" y="2517378"/>
                    <a:pt x="5066421" y="2430718"/>
                  </a:cubicBezTo>
                  <a:cubicBezTo>
                    <a:pt x="5067691" y="2296601"/>
                    <a:pt x="5077851" y="1009076"/>
                    <a:pt x="5079121" y="874959"/>
                  </a:cubicBezTo>
                  <a:cubicBezTo>
                    <a:pt x="5079121" y="794489"/>
                    <a:pt x="5080391" y="714018"/>
                    <a:pt x="5081661" y="633548"/>
                  </a:cubicBezTo>
                  <a:cubicBezTo>
                    <a:pt x="5082931" y="546888"/>
                    <a:pt x="5084201" y="460227"/>
                    <a:pt x="5086741" y="373567"/>
                  </a:cubicBezTo>
                  <a:cubicBezTo>
                    <a:pt x="5088011" y="321984"/>
                    <a:pt x="5088011" y="268337"/>
                    <a:pt x="5093091" y="216753"/>
                  </a:cubicBezTo>
                  <a:cubicBezTo>
                    <a:pt x="5098171" y="154853"/>
                    <a:pt x="5100711" y="95016"/>
                    <a:pt x="5099441" y="44450"/>
                  </a:cubicBezTo>
                  <a:cubicBezTo>
                    <a:pt x="5099441" y="38100"/>
                    <a:pt x="5095631" y="30480"/>
                    <a:pt x="5089281" y="27940"/>
                  </a:cubicBezTo>
                  <a:close/>
                </a:path>
              </a:pathLst>
            </a:custGeom>
            <a:solidFill>
              <a:srgbClr val="F48A6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6835262">
            <a:off x="15917045" y="-1003544"/>
            <a:ext cx="3137535" cy="4114800"/>
          </a:xfrm>
          <a:custGeom>
            <a:avLst/>
            <a:gdLst/>
            <a:ahLst/>
            <a:cxnLst/>
            <a:rect r="r" b="b" t="t" l="l"/>
            <a:pathLst>
              <a:path h="4114800" w="3137535">
                <a:moveTo>
                  <a:pt x="0" y="0"/>
                </a:moveTo>
                <a:lnTo>
                  <a:pt x="3137535" y="0"/>
                </a:lnTo>
                <a:lnTo>
                  <a:pt x="31375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35262">
            <a:off x="-540067" y="-390848"/>
            <a:ext cx="3137535" cy="4114800"/>
          </a:xfrm>
          <a:custGeom>
            <a:avLst/>
            <a:gdLst/>
            <a:ahLst/>
            <a:cxnLst/>
            <a:rect r="r" b="b" t="t" l="l"/>
            <a:pathLst>
              <a:path h="4114800" w="3137535">
                <a:moveTo>
                  <a:pt x="0" y="0"/>
                </a:moveTo>
                <a:lnTo>
                  <a:pt x="3137534" y="0"/>
                </a:lnTo>
                <a:lnTo>
                  <a:pt x="3137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80200" y="2401426"/>
            <a:ext cx="5901167" cy="10336438"/>
          </a:xfrm>
          <a:custGeom>
            <a:avLst/>
            <a:gdLst/>
            <a:ahLst/>
            <a:cxnLst/>
            <a:rect r="r" b="b" t="t" l="l"/>
            <a:pathLst>
              <a:path h="10336438" w="5901167">
                <a:moveTo>
                  <a:pt x="0" y="0"/>
                </a:moveTo>
                <a:lnTo>
                  <a:pt x="5901167" y="0"/>
                </a:lnTo>
                <a:lnTo>
                  <a:pt x="5901167" y="10336438"/>
                </a:lnTo>
                <a:lnTo>
                  <a:pt x="0" y="10336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83687">
            <a:off x="7198822" y="8229600"/>
            <a:ext cx="3890356" cy="4114800"/>
          </a:xfrm>
          <a:custGeom>
            <a:avLst/>
            <a:gdLst/>
            <a:ahLst/>
            <a:cxnLst/>
            <a:rect r="r" b="b" t="t" l="l"/>
            <a:pathLst>
              <a:path h="4114800" w="3890356">
                <a:moveTo>
                  <a:pt x="0" y="0"/>
                </a:moveTo>
                <a:lnTo>
                  <a:pt x="3890356" y="0"/>
                </a:lnTo>
                <a:lnTo>
                  <a:pt x="3890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79840">
            <a:off x="8126553" y="150471"/>
            <a:ext cx="1995754" cy="2401892"/>
          </a:xfrm>
          <a:custGeom>
            <a:avLst/>
            <a:gdLst/>
            <a:ahLst/>
            <a:cxnLst/>
            <a:rect r="r" b="b" t="t" l="l"/>
            <a:pathLst>
              <a:path h="2401892" w="1995754">
                <a:moveTo>
                  <a:pt x="0" y="0"/>
                </a:moveTo>
                <a:lnTo>
                  <a:pt x="1995754" y="0"/>
                </a:lnTo>
                <a:lnTo>
                  <a:pt x="1995754" y="2401893"/>
                </a:lnTo>
                <a:lnTo>
                  <a:pt x="0" y="2401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88080" y="2401426"/>
            <a:ext cx="4964882" cy="9012162"/>
          </a:xfrm>
          <a:custGeom>
            <a:avLst/>
            <a:gdLst/>
            <a:ahLst/>
            <a:cxnLst/>
            <a:rect r="r" b="b" t="t" l="l"/>
            <a:pathLst>
              <a:path h="9012162" w="4964882">
                <a:moveTo>
                  <a:pt x="0" y="0"/>
                </a:moveTo>
                <a:lnTo>
                  <a:pt x="4964883" y="0"/>
                </a:lnTo>
                <a:lnTo>
                  <a:pt x="4964883" y="9012162"/>
                </a:lnTo>
                <a:lnTo>
                  <a:pt x="0" y="9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68660" y="2990976"/>
            <a:ext cx="11911541" cy="93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7648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CONCLUSIONES PARCIALES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8660" y="4062868"/>
            <a:ext cx="11911541" cy="453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9078" indent="-324539" lvl="1">
              <a:lnSpc>
                <a:spcPts val="3938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El sistema facilita el acceso a tutorías, centraliza la información y mejora la experiencia académica.</a:t>
            </a:r>
          </a:p>
          <a:p>
            <a:pPr algn="just">
              <a:lnSpc>
                <a:spcPts val="3938"/>
              </a:lnSpc>
            </a:pPr>
          </a:p>
          <a:p>
            <a:pPr algn="just" marL="649078" indent="-324539" lvl="1">
              <a:lnSpc>
                <a:spcPts val="3938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El uso de metodologías ágiles y herramientas modernas permite un desarrollo estructurado y colaborativo.</a:t>
            </a:r>
          </a:p>
          <a:p>
            <a:pPr algn="just">
              <a:lnSpc>
                <a:spcPts val="3938"/>
              </a:lnSpc>
            </a:pPr>
          </a:p>
          <a:p>
            <a:pPr algn="just" marL="649078" indent="-324539" lvl="1">
              <a:lnSpc>
                <a:spcPts val="3938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 espera un impacto positivo en la retención y rendimiento académico.</a:t>
            </a:r>
          </a:p>
          <a:p>
            <a:pPr algn="just">
              <a:lnSpc>
                <a:spcPts val="393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8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554" y="3125644"/>
            <a:ext cx="11781487" cy="4873191"/>
            <a:chOff x="0" y="0"/>
            <a:chExt cx="5099441" cy="2109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5100711" cy="2108018"/>
            </a:xfrm>
            <a:custGeom>
              <a:avLst/>
              <a:gdLst/>
              <a:ahLst/>
              <a:cxnLst/>
              <a:rect r="r" b="b" t="t" l="l"/>
              <a:pathLst>
                <a:path h="2108018" w="5100711">
                  <a:moveTo>
                    <a:pt x="5089281" y="27940"/>
                  </a:moveTo>
                  <a:cubicBezTo>
                    <a:pt x="5080391" y="24130"/>
                    <a:pt x="5071501" y="21590"/>
                    <a:pt x="5062611" y="21590"/>
                  </a:cubicBezTo>
                  <a:cubicBezTo>
                    <a:pt x="5035941" y="20320"/>
                    <a:pt x="4960707" y="20320"/>
                    <a:pt x="4876669" y="17780"/>
                  </a:cubicBezTo>
                  <a:cubicBezTo>
                    <a:pt x="4684582" y="12700"/>
                    <a:pt x="4496497" y="6350"/>
                    <a:pt x="4304410" y="3810"/>
                  </a:cubicBezTo>
                  <a:cubicBezTo>
                    <a:pt x="4148339" y="1270"/>
                    <a:pt x="3996271" y="3810"/>
                    <a:pt x="3840200" y="2540"/>
                  </a:cubicBezTo>
                  <a:cubicBezTo>
                    <a:pt x="3772169" y="2540"/>
                    <a:pt x="3704138" y="0"/>
                    <a:pt x="3636108" y="2540"/>
                  </a:cubicBezTo>
                  <a:cubicBezTo>
                    <a:pt x="3472033" y="10160"/>
                    <a:pt x="3307959" y="11430"/>
                    <a:pt x="3139883" y="8890"/>
                  </a:cubicBezTo>
                  <a:cubicBezTo>
                    <a:pt x="3055845" y="7620"/>
                    <a:pt x="2971807" y="7620"/>
                    <a:pt x="2887769" y="7620"/>
                  </a:cubicBezTo>
                  <a:cubicBezTo>
                    <a:pt x="2735700" y="7620"/>
                    <a:pt x="2583631" y="7620"/>
                    <a:pt x="2431562" y="6350"/>
                  </a:cubicBezTo>
                  <a:cubicBezTo>
                    <a:pt x="2271490" y="5080"/>
                    <a:pt x="694776" y="2540"/>
                    <a:pt x="538705" y="1270"/>
                  </a:cubicBezTo>
                  <a:cubicBezTo>
                    <a:pt x="410648" y="0"/>
                    <a:pt x="286591" y="1270"/>
                    <a:pt x="158533" y="1270"/>
                  </a:cubicBezTo>
                  <a:cubicBezTo>
                    <a:pt x="70493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31333"/>
                    <a:pt x="16510" y="222056"/>
                    <a:pt x="17780" y="311187"/>
                  </a:cubicBezTo>
                  <a:cubicBezTo>
                    <a:pt x="19050" y="401910"/>
                    <a:pt x="17780" y="492632"/>
                    <a:pt x="16510" y="584947"/>
                  </a:cubicBezTo>
                  <a:cubicBezTo>
                    <a:pt x="15240" y="678853"/>
                    <a:pt x="2540" y="1664070"/>
                    <a:pt x="2540" y="1757976"/>
                  </a:cubicBezTo>
                  <a:cubicBezTo>
                    <a:pt x="2540" y="1850290"/>
                    <a:pt x="1270" y="1942604"/>
                    <a:pt x="0" y="2034919"/>
                  </a:cubicBezTo>
                  <a:cubicBezTo>
                    <a:pt x="0" y="2053408"/>
                    <a:pt x="3810" y="2063568"/>
                    <a:pt x="15240" y="2068648"/>
                  </a:cubicBezTo>
                  <a:cubicBezTo>
                    <a:pt x="22860" y="2072458"/>
                    <a:pt x="31750" y="2074998"/>
                    <a:pt x="40640" y="2076268"/>
                  </a:cubicBezTo>
                  <a:cubicBezTo>
                    <a:pt x="154531" y="2081348"/>
                    <a:pt x="306600" y="2085158"/>
                    <a:pt x="458669" y="2090238"/>
                  </a:cubicBezTo>
                  <a:cubicBezTo>
                    <a:pt x="542707" y="2092778"/>
                    <a:pt x="626745" y="2097858"/>
                    <a:pt x="710783" y="2099128"/>
                  </a:cubicBezTo>
                  <a:cubicBezTo>
                    <a:pt x="850847" y="2101668"/>
                    <a:pt x="2411553" y="2102938"/>
                    <a:pt x="2551617" y="2104208"/>
                  </a:cubicBezTo>
                  <a:cubicBezTo>
                    <a:pt x="2571626" y="2104208"/>
                    <a:pt x="2591635" y="2104208"/>
                    <a:pt x="2611644" y="2104208"/>
                  </a:cubicBezTo>
                  <a:cubicBezTo>
                    <a:pt x="2707687" y="2104208"/>
                    <a:pt x="2807732" y="2102938"/>
                    <a:pt x="2903776" y="2102938"/>
                  </a:cubicBezTo>
                  <a:cubicBezTo>
                    <a:pt x="3015827" y="2102938"/>
                    <a:pt x="3123875" y="2104208"/>
                    <a:pt x="3235926" y="2104208"/>
                  </a:cubicBezTo>
                  <a:cubicBezTo>
                    <a:pt x="3400001" y="2104208"/>
                    <a:pt x="3568077" y="2104208"/>
                    <a:pt x="3732151" y="2104208"/>
                  </a:cubicBezTo>
                  <a:cubicBezTo>
                    <a:pt x="3884220" y="2104208"/>
                    <a:pt x="4036289" y="2105478"/>
                    <a:pt x="4188358" y="2106748"/>
                  </a:cubicBezTo>
                  <a:cubicBezTo>
                    <a:pt x="4256388" y="2106748"/>
                    <a:pt x="4328421" y="2108018"/>
                    <a:pt x="4396451" y="2108018"/>
                  </a:cubicBezTo>
                  <a:cubicBezTo>
                    <a:pt x="4616551" y="2106748"/>
                    <a:pt x="4832649" y="2100398"/>
                    <a:pt x="5039751" y="2100398"/>
                  </a:cubicBezTo>
                  <a:cubicBezTo>
                    <a:pt x="5043561" y="2100398"/>
                    <a:pt x="5048641" y="2097858"/>
                    <a:pt x="5052451" y="2095318"/>
                  </a:cubicBezTo>
                  <a:cubicBezTo>
                    <a:pt x="5057531" y="2091508"/>
                    <a:pt x="5060071" y="2085158"/>
                    <a:pt x="5062611" y="2082618"/>
                  </a:cubicBezTo>
                  <a:cubicBezTo>
                    <a:pt x="5063881" y="2023777"/>
                    <a:pt x="5065151" y="1956929"/>
                    <a:pt x="5066421" y="1890080"/>
                  </a:cubicBezTo>
                  <a:cubicBezTo>
                    <a:pt x="5067691" y="1786625"/>
                    <a:pt x="5077851" y="793450"/>
                    <a:pt x="5079121" y="689994"/>
                  </a:cubicBezTo>
                  <a:cubicBezTo>
                    <a:pt x="5079121" y="627920"/>
                    <a:pt x="5080391" y="565847"/>
                    <a:pt x="5081661" y="503774"/>
                  </a:cubicBezTo>
                  <a:cubicBezTo>
                    <a:pt x="5082931" y="436925"/>
                    <a:pt x="5084201" y="370077"/>
                    <a:pt x="5086741" y="303229"/>
                  </a:cubicBezTo>
                  <a:cubicBezTo>
                    <a:pt x="5088011" y="263438"/>
                    <a:pt x="5088011" y="222056"/>
                    <a:pt x="5093091" y="182265"/>
                  </a:cubicBezTo>
                  <a:cubicBezTo>
                    <a:pt x="5098171" y="134516"/>
                    <a:pt x="5100711" y="88359"/>
                    <a:pt x="5099441" y="44450"/>
                  </a:cubicBezTo>
                  <a:cubicBezTo>
                    <a:pt x="5099441" y="38100"/>
                    <a:pt x="5095631" y="30480"/>
                    <a:pt x="5089281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7181295">
            <a:off x="-1394669" y="7483344"/>
            <a:ext cx="3371281" cy="3107708"/>
          </a:xfrm>
          <a:custGeom>
            <a:avLst/>
            <a:gdLst/>
            <a:ahLst/>
            <a:cxnLst/>
            <a:rect r="r" b="b" t="t" l="l"/>
            <a:pathLst>
              <a:path h="3107708" w="3371281">
                <a:moveTo>
                  <a:pt x="0" y="0"/>
                </a:moveTo>
                <a:lnTo>
                  <a:pt x="3371281" y="0"/>
                </a:lnTo>
                <a:lnTo>
                  <a:pt x="3371281" y="3107708"/>
                </a:lnTo>
                <a:lnTo>
                  <a:pt x="0" y="3107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2804" y="1726244"/>
            <a:ext cx="8451196" cy="9043109"/>
          </a:xfrm>
          <a:custGeom>
            <a:avLst/>
            <a:gdLst/>
            <a:ahLst/>
            <a:cxnLst/>
            <a:rect r="r" b="b" t="t" l="l"/>
            <a:pathLst>
              <a:path h="9043109" w="8451196">
                <a:moveTo>
                  <a:pt x="0" y="0"/>
                </a:moveTo>
                <a:lnTo>
                  <a:pt x="8451196" y="0"/>
                </a:lnTo>
                <a:lnTo>
                  <a:pt x="8451196" y="9043109"/>
                </a:lnTo>
                <a:lnTo>
                  <a:pt x="0" y="9043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44881">
            <a:off x="15314122" y="-1459085"/>
            <a:ext cx="3890356" cy="4114800"/>
          </a:xfrm>
          <a:custGeom>
            <a:avLst/>
            <a:gdLst/>
            <a:ahLst/>
            <a:cxnLst/>
            <a:rect r="r" b="b" t="t" l="l"/>
            <a:pathLst>
              <a:path h="4114800" w="3890356">
                <a:moveTo>
                  <a:pt x="0" y="0"/>
                </a:moveTo>
                <a:lnTo>
                  <a:pt x="3890356" y="0"/>
                </a:lnTo>
                <a:lnTo>
                  <a:pt x="3890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894041" cy="2057400"/>
          </a:xfrm>
          <a:custGeom>
            <a:avLst/>
            <a:gdLst/>
            <a:ahLst/>
            <a:cxnLst/>
            <a:rect r="r" b="b" t="t" l="l"/>
            <a:pathLst>
              <a:path h="2057400" w="2894041">
                <a:moveTo>
                  <a:pt x="0" y="0"/>
                </a:moveTo>
                <a:lnTo>
                  <a:pt x="2894041" y="0"/>
                </a:lnTo>
                <a:lnTo>
                  <a:pt x="28940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64838" y="-2057400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835262">
            <a:off x="15590274" y="5941434"/>
            <a:ext cx="3137535" cy="4114800"/>
          </a:xfrm>
          <a:custGeom>
            <a:avLst/>
            <a:gdLst/>
            <a:ahLst/>
            <a:cxnLst/>
            <a:rect r="r" b="b" t="t" l="l"/>
            <a:pathLst>
              <a:path h="4114800" w="3137535">
                <a:moveTo>
                  <a:pt x="0" y="0"/>
                </a:moveTo>
                <a:lnTo>
                  <a:pt x="3137535" y="0"/>
                </a:lnTo>
                <a:lnTo>
                  <a:pt x="31375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57956" y="4274885"/>
            <a:ext cx="6742805" cy="197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6"/>
              </a:lnSpc>
            </a:pPr>
            <a:r>
              <a:rPr lang="en-US" sz="8378">
                <a:solidFill>
                  <a:srgbClr val="F48A6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ENLACE AL REPOSITORIO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57956" y="6340680"/>
            <a:ext cx="7214387" cy="8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306" b="true">
                <a:solidFill>
                  <a:srgbClr val="69372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https://github.com/elcruzp/analisis-sistemas-2025-a-g1/tree/feature/project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8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64412" y="1252510"/>
            <a:ext cx="14993794" cy="7781979"/>
          </a:xfrm>
          <a:custGeom>
            <a:avLst/>
            <a:gdLst/>
            <a:ahLst/>
            <a:cxnLst/>
            <a:rect r="r" b="b" t="t" l="l"/>
            <a:pathLst>
              <a:path h="7781979" w="14993794">
                <a:moveTo>
                  <a:pt x="0" y="0"/>
                </a:moveTo>
                <a:lnTo>
                  <a:pt x="14993794" y="0"/>
                </a:lnTo>
                <a:lnTo>
                  <a:pt x="14993794" y="7781980"/>
                </a:lnTo>
                <a:lnTo>
                  <a:pt x="0" y="77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7780" y="3661488"/>
            <a:ext cx="12224124" cy="14973871"/>
          </a:xfrm>
          <a:custGeom>
            <a:avLst/>
            <a:gdLst/>
            <a:ahLst/>
            <a:cxnLst/>
            <a:rect r="r" b="b" t="t" l="l"/>
            <a:pathLst>
              <a:path h="14973871" w="12224124">
                <a:moveTo>
                  <a:pt x="0" y="0"/>
                </a:moveTo>
                <a:lnTo>
                  <a:pt x="12224124" y="0"/>
                </a:lnTo>
                <a:lnTo>
                  <a:pt x="12224124" y="14973871"/>
                </a:lnTo>
                <a:lnTo>
                  <a:pt x="0" y="149738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32485" y="3376227"/>
            <a:ext cx="6958963" cy="351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83"/>
              </a:lnSpc>
            </a:pPr>
            <a:r>
              <a:rPr lang="en-US" sz="14925">
                <a:solidFill>
                  <a:srgbClr val="000000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THANK YOU!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6835262">
            <a:off x="15890332" y="-687585"/>
            <a:ext cx="4795336" cy="6288965"/>
          </a:xfrm>
          <a:custGeom>
            <a:avLst/>
            <a:gdLst/>
            <a:ahLst/>
            <a:cxnLst/>
            <a:rect r="r" b="b" t="t" l="l"/>
            <a:pathLst>
              <a:path h="6288965" w="4795336">
                <a:moveTo>
                  <a:pt x="0" y="0"/>
                </a:moveTo>
                <a:lnTo>
                  <a:pt x="4795336" y="0"/>
                </a:lnTo>
                <a:lnTo>
                  <a:pt x="4795336" y="6288965"/>
                </a:lnTo>
                <a:lnTo>
                  <a:pt x="0" y="62889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44881">
            <a:off x="9053437" y="-1772836"/>
            <a:ext cx="3352272" cy="3545673"/>
          </a:xfrm>
          <a:custGeom>
            <a:avLst/>
            <a:gdLst/>
            <a:ahLst/>
            <a:cxnLst/>
            <a:rect r="r" b="b" t="t" l="l"/>
            <a:pathLst>
              <a:path h="3545673" w="3352272">
                <a:moveTo>
                  <a:pt x="0" y="0"/>
                </a:moveTo>
                <a:lnTo>
                  <a:pt x="3352272" y="0"/>
                </a:lnTo>
                <a:lnTo>
                  <a:pt x="3352272" y="3545672"/>
                </a:lnTo>
                <a:lnTo>
                  <a:pt x="0" y="35456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79840">
            <a:off x="9024939" y="2031289"/>
            <a:ext cx="2082159" cy="2505880"/>
          </a:xfrm>
          <a:custGeom>
            <a:avLst/>
            <a:gdLst/>
            <a:ahLst/>
            <a:cxnLst/>
            <a:rect r="r" b="b" t="t" l="l"/>
            <a:pathLst>
              <a:path h="2505880" w="2082159">
                <a:moveTo>
                  <a:pt x="0" y="0"/>
                </a:moveTo>
                <a:lnTo>
                  <a:pt x="2082159" y="0"/>
                </a:lnTo>
                <a:lnTo>
                  <a:pt x="2082159" y="2505880"/>
                </a:lnTo>
                <a:lnTo>
                  <a:pt x="0" y="2505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DAGoHqbEvGw</dc:identifier>
  <dcterms:modified xsi:type="dcterms:W3CDTF">2011-08-01T06:04:30Z</dcterms:modified>
  <cp:revision>1</cp:revision>
  <dc:title>Tutoria plus project presentation</dc:title>
</cp:coreProperties>
</file>